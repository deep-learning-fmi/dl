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trictFirstAndLastChars="0" saveSubsetFonts="1" autoCompressPictures="0">
  <p:sldMasterIdLst>
    <p:sldMasterId id="2147483675" r:id="rId1"/>
    <p:sldMasterId id="2147483687" r:id="rId2"/>
  </p:sldMasterIdLst>
  <p:notesMasterIdLst>
    <p:notesMasterId r:id="rId61"/>
  </p:notesMasterIdLst>
  <p:handoutMasterIdLst>
    <p:handoutMasterId r:id="rId62"/>
  </p:handoutMasterIdLst>
  <p:sldIdLst>
    <p:sldId id="1426" r:id="rId3"/>
    <p:sldId id="326" r:id="rId4"/>
    <p:sldId id="378" r:id="rId5"/>
    <p:sldId id="379" r:id="rId6"/>
    <p:sldId id="380" r:id="rId7"/>
    <p:sldId id="381" r:id="rId8"/>
    <p:sldId id="382" r:id="rId9"/>
    <p:sldId id="327" r:id="rId10"/>
    <p:sldId id="328" r:id="rId11"/>
    <p:sldId id="329" r:id="rId12"/>
    <p:sldId id="376" r:id="rId13"/>
    <p:sldId id="375" r:id="rId14"/>
    <p:sldId id="417" r:id="rId15"/>
    <p:sldId id="418" r:id="rId16"/>
    <p:sldId id="546" r:id="rId17"/>
    <p:sldId id="562" r:id="rId18"/>
    <p:sldId id="1427" r:id="rId19"/>
    <p:sldId id="419" r:id="rId20"/>
    <p:sldId id="383" r:id="rId21"/>
    <p:sldId id="384" r:id="rId22"/>
    <p:sldId id="386" r:id="rId23"/>
    <p:sldId id="387" r:id="rId24"/>
    <p:sldId id="301" r:id="rId25"/>
    <p:sldId id="919" r:id="rId26"/>
    <p:sldId id="303" r:id="rId27"/>
    <p:sldId id="920" r:id="rId28"/>
    <p:sldId id="921" r:id="rId29"/>
    <p:sldId id="922" r:id="rId30"/>
    <p:sldId id="923" r:id="rId31"/>
    <p:sldId id="308" r:id="rId32"/>
    <p:sldId id="309" r:id="rId33"/>
    <p:sldId id="924" r:id="rId34"/>
    <p:sldId id="925" r:id="rId35"/>
    <p:sldId id="932" r:id="rId36"/>
    <p:sldId id="543" r:id="rId37"/>
    <p:sldId id="544" r:id="rId38"/>
    <p:sldId id="320" r:id="rId39"/>
    <p:sldId id="1404" r:id="rId40"/>
    <p:sldId id="1405" r:id="rId41"/>
    <p:sldId id="1408" r:id="rId42"/>
    <p:sldId id="1410" r:id="rId43"/>
    <p:sldId id="1409" r:id="rId44"/>
    <p:sldId id="1411" r:id="rId45"/>
    <p:sldId id="1412" r:id="rId46"/>
    <p:sldId id="1413" r:id="rId47"/>
    <p:sldId id="1414" r:id="rId48"/>
    <p:sldId id="1416" r:id="rId49"/>
    <p:sldId id="1417" r:id="rId50"/>
    <p:sldId id="1418" r:id="rId51"/>
    <p:sldId id="1419" r:id="rId52"/>
    <p:sldId id="1420" r:id="rId53"/>
    <p:sldId id="1428" r:id="rId54"/>
    <p:sldId id="1429" r:id="rId55"/>
    <p:sldId id="1430" r:id="rId56"/>
    <p:sldId id="1431" r:id="rId57"/>
    <p:sldId id="319" r:id="rId58"/>
    <p:sldId id="495" r:id="rId59"/>
    <p:sldId id="494" r:id="rId60"/>
  </p:sldIdLst>
  <p:sldSz cx="9144000" cy="6858000" type="screen4x3"/>
  <p:notesSz cx="6858000" cy="9144000"/>
  <p:defaultTextStyle>
    <a:defPPr>
      <a:defRPr lang="en-US"/>
    </a:defPPr>
    <a:lvl1pPr algn="ctr" rtl="0" eaLnBrk="0" fontAlgn="base" hangingPunct="0">
      <a:spcBef>
        <a:spcPct val="50000"/>
      </a:spcBef>
      <a:spcAft>
        <a:spcPct val="0"/>
      </a:spcAft>
      <a:defRPr sz="1200" kern="1200">
        <a:solidFill>
          <a:schemeClr val="tx1"/>
        </a:solidFill>
        <a:latin typeface="Arial" pitchFamily="-97" charset="0"/>
        <a:ea typeface="ＭＳ Ｐゴシック" pitchFamily="-97" charset="-128"/>
        <a:cs typeface="ＭＳ Ｐゴシック" pitchFamily="-97" charset="-128"/>
      </a:defRPr>
    </a:lvl1pPr>
    <a:lvl2pPr marL="457200" algn="ctr" rtl="0" eaLnBrk="0" fontAlgn="base" hangingPunct="0">
      <a:spcBef>
        <a:spcPct val="50000"/>
      </a:spcBef>
      <a:spcAft>
        <a:spcPct val="0"/>
      </a:spcAft>
      <a:defRPr sz="1200" kern="1200">
        <a:solidFill>
          <a:schemeClr val="tx1"/>
        </a:solidFill>
        <a:latin typeface="Arial" pitchFamily="-97" charset="0"/>
        <a:ea typeface="ＭＳ Ｐゴシック" pitchFamily="-97" charset="-128"/>
        <a:cs typeface="ＭＳ Ｐゴシック" pitchFamily="-97" charset="-128"/>
      </a:defRPr>
    </a:lvl2pPr>
    <a:lvl3pPr marL="914400" algn="ctr" rtl="0" eaLnBrk="0" fontAlgn="base" hangingPunct="0">
      <a:spcBef>
        <a:spcPct val="50000"/>
      </a:spcBef>
      <a:spcAft>
        <a:spcPct val="0"/>
      </a:spcAft>
      <a:defRPr sz="1200" kern="1200">
        <a:solidFill>
          <a:schemeClr val="tx1"/>
        </a:solidFill>
        <a:latin typeface="Arial" pitchFamily="-97" charset="0"/>
        <a:ea typeface="ＭＳ Ｐゴシック" pitchFamily="-97" charset="-128"/>
        <a:cs typeface="ＭＳ Ｐゴシック" pitchFamily="-97" charset="-128"/>
      </a:defRPr>
    </a:lvl3pPr>
    <a:lvl4pPr marL="1371600" algn="ctr" rtl="0" eaLnBrk="0" fontAlgn="base" hangingPunct="0">
      <a:spcBef>
        <a:spcPct val="50000"/>
      </a:spcBef>
      <a:spcAft>
        <a:spcPct val="0"/>
      </a:spcAft>
      <a:defRPr sz="1200" kern="1200">
        <a:solidFill>
          <a:schemeClr val="tx1"/>
        </a:solidFill>
        <a:latin typeface="Arial" pitchFamily="-97" charset="0"/>
        <a:ea typeface="ＭＳ Ｐゴシック" pitchFamily="-97" charset="-128"/>
        <a:cs typeface="ＭＳ Ｐゴシック" pitchFamily="-97" charset="-128"/>
      </a:defRPr>
    </a:lvl4pPr>
    <a:lvl5pPr marL="1828800" algn="ctr" rtl="0" eaLnBrk="0" fontAlgn="base" hangingPunct="0">
      <a:spcBef>
        <a:spcPct val="50000"/>
      </a:spcBef>
      <a:spcAft>
        <a:spcPct val="0"/>
      </a:spcAft>
      <a:defRPr sz="1200" kern="1200">
        <a:solidFill>
          <a:schemeClr val="tx1"/>
        </a:solidFill>
        <a:latin typeface="Arial" pitchFamily="-97" charset="0"/>
        <a:ea typeface="ＭＳ Ｐゴシック" pitchFamily="-97" charset="-128"/>
        <a:cs typeface="ＭＳ Ｐゴシック" pitchFamily="-97" charset="-128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Arial" pitchFamily="-97" charset="0"/>
        <a:ea typeface="ＭＳ Ｐゴシック" pitchFamily="-97" charset="-128"/>
        <a:cs typeface="ＭＳ Ｐゴシック" pitchFamily="-97" charset="-128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Arial" pitchFamily="-97" charset="0"/>
        <a:ea typeface="ＭＳ Ｐゴシック" pitchFamily="-97" charset="-128"/>
        <a:cs typeface="ＭＳ Ｐゴシック" pitchFamily="-97" charset="-128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Arial" pitchFamily="-97" charset="0"/>
        <a:ea typeface="ＭＳ Ｐゴシック" pitchFamily="-97" charset="-128"/>
        <a:cs typeface="ＭＳ Ｐゴシック" pitchFamily="-97" charset="-128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Arial" pitchFamily="-97" charset="0"/>
        <a:ea typeface="ＭＳ Ｐゴシック" pitchFamily="-97" charset="-128"/>
        <a:cs typeface="ＭＳ Ｐゴシック" pitchFamily="-97" charset="-128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>
        <p15:guide id="1" orient="horz" pos="2880">
          <p15:clr>
            <a:srgbClr val="A4A3A4"/>
          </p15:clr>
        </p15:guide>
        <p15:guide id="2" pos="2160">
          <p15:clr>
            <a:srgbClr val="A4A3A4"/>
          </p15:clr>
        </p15:guide>
      </p15:notes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prnPr/>
  <p:clrMru>
    <a:srgbClr val="E9E8FF"/>
    <a:srgbClr val="5B5B64"/>
    <a:srgbClr val="FF00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9824" autoAdjust="0"/>
    <p:restoredTop sz="93496" autoAdjust="0"/>
  </p:normalViewPr>
  <p:slideViewPr>
    <p:cSldViewPr>
      <p:cViewPr varScale="1">
        <p:scale>
          <a:sx n="130" d="100"/>
          <a:sy n="130" d="100"/>
        </p:scale>
        <p:origin x="192" y="424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66" d="100"/>
        <a:sy n="66" d="100"/>
      </p:scale>
      <p:origin x="0" y="2816"/>
    </p:cViewPr>
  </p:sorterViewPr>
  <p:notesViewPr>
    <p:cSldViewPr>
      <p:cViewPr varScale="1">
        <p:scale>
          <a:sx n="88" d="100"/>
          <a:sy n="88" d="100"/>
        </p:scale>
        <p:origin x="-2072" y="-120"/>
      </p:cViewPr>
      <p:guideLst>
        <p:guide orient="horz" pos="2880"/>
        <p:guide pos="2160"/>
      </p:guideLst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4.xml"/><Relationship Id="rId21" Type="http://schemas.openxmlformats.org/officeDocument/2006/relationships/slide" Target="slides/slide19.xml"/><Relationship Id="rId34" Type="http://schemas.openxmlformats.org/officeDocument/2006/relationships/slide" Target="slides/slide32.xml"/><Relationship Id="rId42" Type="http://schemas.openxmlformats.org/officeDocument/2006/relationships/slide" Target="slides/slide40.xml"/><Relationship Id="rId47" Type="http://schemas.openxmlformats.org/officeDocument/2006/relationships/slide" Target="slides/slide45.xml"/><Relationship Id="rId50" Type="http://schemas.openxmlformats.org/officeDocument/2006/relationships/slide" Target="slides/slide48.xml"/><Relationship Id="rId55" Type="http://schemas.openxmlformats.org/officeDocument/2006/relationships/slide" Target="slides/slide53.xml"/><Relationship Id="rId63" Type="http://schemas.openxmlformats.org/officeDocument/2006/relationships/presProps" Target="presProps.xml"/><Relationship Id="rId7" Type="http://schemas.openxmlformats.org/officeDocument/2006/relationships/slide" Target="slides/slide5.xml"/><Relationship Id="rId2" Type="http://schemas.openxmlformats.org/officeDocument/2006/relationships/slideMaster" Target="slideMasters/slideMaster2.xml"/><Relationship Id="rId16" Type="http://schemas.openxmlformats.org/officeDocument/2006/relationships/slide" Target="slides/slide14.xml"/><Relationship Id="rId29" Type="http://schemas.openxmlformats.org/officeDocument/2006/relationships/slide" Target="slides/slide27.xml"/><Relationship Id="rId11" Type="http://schemas.openxmlformats.org/officeDocument/2006/relationships/slide" Target="slides/slide9.xml"/><Relationship Id="rId24" Type="http://schemas.openxmlformats.org/officeDocument/2006/relationships/slide" Target="slides/slide22.xml"/><Relationship Id="rId32" Type="http://schemas.openxmlformats.org/officeDocument/2006/relationships/slide" Target="slides/slide30.xml"/><Relationship Id="rId37" Type="http://schemas.openxmlformats.org/officeDocument/2006/relationships/slide" Target="slides/slide35.xml"/><Relationship Id="rId40" Type="http://schemas.openxmlformats.org/officeDocument/2006/relationships/slide" Target="slides/slide38.xml"/><Relationship Id="rId45" Type="http://schemas.openxmlformats.org/officeDocument/2006/relationships/slide" Target="slides/slide43.xml"/><Relationship Id="rId53" Type="http://schemas.openxmlformats.org/officeDocument/2006/relationships/slide" Target="slides/slide51.xml"/><Relationship Id="rId58" Type="http://schemas.openxmlformats.org/officeDocument/2006/relationships/slide" Target="slides/slide56.xml"/><Relationship Id="rId66" Type="http://schemas.openxmlformats.org/officeDocument/2006/relationships/tableStyles" Target="tableStyles.xml"/><Relationship Id="rId5" Type="http://schemas.openxmlformats.org/officeDocument/2006/relationships/slide" Target="slides/slide3.xml"/><Relationship Id="rId61" Type="http://schemas.openxmlformats.org/officeDocument/2006/relationships/notesMaster" Target="notesMasters/notesMaster1.xml"/><Relationship Id="rId19" Type="http://schemas.openxmlformats.org/officeDocument/2006/relationships/slide" Target="slides/slide17.xml"/><Relationship Id="rId14" Type="http://schemas.openxmlformats.org/officeDocument/2006/relationships/slide" Target="slides/slide12.xml"/><Relationship Id="rId22" Type="http://schemas.openxmlformats.org/officeDocument/2006/relationships/slide" Target="slides/slide20.xml"/><Relationship Id="rId27" Type="http://schemas.openxmlformats.org/officeDocument/2006/relationships/slide" Target="slides/slide25.xml"/><Relationship Id="rId30" Type="http://schemas.openxmlformats.org/officeDocument/2006/relationships/slide" Target="slides/slide28.xml"/><Relationship Id="rId35" Type="http://schemas.openxmlformats.org/officeDocument/2006/relationships/slide" Target="slides/slide33.xml"/><Relationship Id="rId43" Type="http://schemas.openxmlformats.org/officeDocument/2006/relationships/slide" Target="slides/slide41.xml"/><Relationship Id="rId48" Type="http://schemas.openxmlformats.org/officeDocument/2006/relationships/slide" Target="slides/slide46.xml"/><Relationship Id="rId56" Type="http://schemas.openxmlformats.org/officeDocument/2006/relationships/slide" Target="slides/slide54.xml"/><Relationship Id="rId64" Type="http://schemas.openxmlformats.org/officeDocument/2006/relationships/viewProps" Target="viewProps.xml"/><Relationship Id="rId8" Type="http://schemas.openxmlformats.org/officeDocument/2006/relationships/slide" Target="slides/slide6.xml"/><Relationship Id="rId51" Type="http://schemas.openxmlformats.org/officeDocument/2006/relationships/slide" Target="slides/slide49.xml"/><Relationship Id="rId3" Type="http://schemas.openxmlformats.org/officeDocument/2006/relationships/slide" Target="slides/slide1.xml"/><Relationship Id="rId12" Type="http://schemas.openxmlformats.org/officeDocument/2006/relationships/slide" Target="slides/slide10.xml"/><Relationship Id="rId17" Type="http://schemas.openxmlformats.org/officeDocument/2006/relationships/slide" Target="slides/slide15.xml"/><Relationship Id="rId25" Type="http://schemas.openxmlformats.org/officeDocument/2006/relationships/slide" Target="slides/slide23.xml"/><Relationship Id="rId33" Type="http://schemas.openxmlformats.org/officeDocument/2006/relationships/slide" Target="slides/slide31.xml"/><Relationship Id="rId38" Type="http://schemas.openxmlformats.org/officeDocument/2006/relationships/slide" Target="slides/slide36.xml"/><Relationship Id="rId46" Type="http://schemas.openxmlformats.org/officeDocument/2006/relationships/slide" Target="slides/slide44.xml"/><Relationship Id="rId59" Type="http://schemas.openxmlformats.org/officeDocument/2006/relationships/slide" Target="slides/slide57.xml"/><Relationship Id="rId20" Type="http://schemas.openxmlformats.org/officeDocument/2006/relationships/slide" Target="slides/slide18.xml"/><Relationship Id="rId41" Type="http://schemas.openxmlformats.org/officeDocument/2006/relationships/slide" Target="slides/slide39.xml"/><Relationship Id="rId54" Type="http://schemas.openxmlformats.org/officeDocument/2006/relationships/slide" Target="slides/slide52.xml"/><Relationship Id="rId62" Type="http://schemas.openxmlformats.org/officeDocument/2006/relationships/handoutMaster" Target="handoutMasters/handoutMaster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4.xml"/><Relationship Id="rId15" Type="http://schemas.openxmlformats.org/officeDocument/2006/relationships/slide" Target="slides/slide13.xml"/><Relationship Id="rId23" Type="http://schemas.openxmlformats.org/officeDocument/2006/relationships/slide" Target="slides/slide21.xml"/><Relationship Id="rId28" Type="http://schemas.openxmlformats.org/officeDocument/2006/relationships/slide" Target="slides/slide26.xml"/><Relationship Id="rId36" Type="http://schemas.openxmlformats.org/officeDocument/2006/relationships/slide" Target="slides/slide34.xml"/><Relationship Id="rId49" Type="http://schemas.openxmlformats.org/officeDocument/2006/relationships/slide" Target="slides/slide47.xml"/><Relationship Id="rId57" Type="http://schemas.openxmlformats.org/officeDocument/2006/relationships/slide" Target="slides/slide55.xml"/><Relationship Id="rId10" Type="http://schemas.openxmlformats.org/officeDocument/2006/relationships/slide" Target="slides/slide8.xml"/><Relationship Id="rId31" Type="http://schemas.openxmlformats.org/officeDocument/2006/relationships/slide" Target="slides/slide29.xml"/><Relationship Id="rId44" Type="http://schemas.openxmlformats.org/officeDocument/2006/relationships/slide" Target="slides/slide42.xml"/><Relationship Id="rId52" Type="http://schemas.openxmlformats.org/officeDocument/2006/relationships/slide" Target="slides/slide50.xml"/><Relationship Id="rId60" Type="http://schemas.openxmlformats.org/officeDocument/2006/relationships/slide" Target="slides/slide58.xml"/><Relationship Id="rId65" Type="http://schemas.openxmlformats.org/officeDocument/2006/relationships/theme" Target="theme/theme1.xml"/><Relationship Id="rId4" Type="http://schemas.openxmlformats.org/officeDocument/2006/relationships/slide" Target="slides/slide2.xml"/><Relationship Id="rId9" Type="http://schemas.openxmlformats.org/officeDocument/2006/relationships/slide" Target="slides/slide7.xml"/><Relationship Id="rId13" Type="http://schemas.openxmlformats.org/officeDocument/2006/relationships/slide" Target="slides/slide11.xml"/><Relationship Id="rId18" Type="http://schemas.openxmlformats.org/officeDocument/2006/relationships/slide" Target="slides/slide16.xml"/><Relationship Id="rId39" Type="http://schemas.openxmlformats.org/officeDocument/2006/relationships/slide" Target="slides/slide37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4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767E4735-A5D0-044D-BE7E-3A4B3C0A561F}" type="datetimeFigureOut">
              <a:rPr lang="en-US" smtClean="0"/>
              <a:pPr/>
              <a:t>10/15/20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D56C03F-7434-D740-BBB1-1637C88A1EC2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09163792"/>
      </p:ext>
    </p:extLst>
  </p:cSld>
  <p:clrMap bg1="lt1" tx1="dk1" bg2="lt2" tx2="dk2" accent1="accent1" accent2="accent2" accent3="accent3" accent4="accent4" accent5="accent5" accent6="accent6" hlink="hlink" folHlink="folHlink"/>
  <p:hf hdr="0" ftr="0" dt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458" name="Rectangle 2"/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0"/>
            <a:ext cx="2971800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l">
              <a:spcBef>
                <a:spcPct val="0"/>
              </a:spcBef>
              <a:defRPr>
                <a:latin typeface="Arial" pitchFamily="-112" charset="0"/>
                <a:ea typeface="ＭＳ Ｐゴシック" pitchFamily="-112" charset="-128"/>
                <a:cs typeface="ＭＳ Ｐゴシック" pitchFamily="-112" charset="-128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19459" name="Rectangle 3"/>
          <p:cNvSpPr>
            <a:spLocks noGrp="1" noChangeArrowheads="1"/>
          </p:cNvSpPr>
          <p:nvPr>
            <p:ph type="dt" idx="1"/>
          </p:nvPr>
        </p:nvSpPr>
        <p:spPr bwMode="auto">
          <a:xfrm>
            <a:off x="3886200" y="0"/>
            <a:ext cx="2971800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r">
              <a:spcBef>
                <a:spcPct val="0"/>
              </a:spcBef>
              <a:defRPr>
                <a:latin typeface="Arial" pitchFamily="-112" charset="0"/>
                <a:ea typeface="ＭＳ Ｐゴシック" pitchFamily="-112" charset="-128"/>
                <a:cs typeface="ＭＳ Ｐゴシック" pitchFamily="-112" charset="-128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13316" name="Rectangle 4"/>
          <p:cNvSpPr>
            <a:spLocks noGrp="1" noRot="1" noChangeAspect="1" noChangeArrowheads="1" noTextEdit="1"/>
          </p:cNvSpPr>
          <p:nvPr>
            <p:ph type="sldImg" idx="2"/>
          </p:nvPr>
        </p:nvSpPr>
        <p:spPr bwMode="auto">
          <a:xfrm>
            <a:off x="1143000" y="685800"/>
            <a:ext cx="4572000" cy="3429000"/>
          </a:xfrm>
          <a:prstGeom prst="rect">
            <a:avLst/>
          </a:prstGeom>
          <a:noFill/>
          <a:ln w="9525"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9461" name="Rectangle 5"/>
          <p:cNvSpPr>
            <a:spLocks noGrp="1" noChangeArrowheads="1"/>
          </p:cNvSpPr>
          <p:nvPr>
            <p:ph type="body" sz="quarter" idx="3"/>
          </p:nvPr>
        </p:nvSpPr>
        <p:spPr bwMode="auto">
          <a:xfrm>
            <a:off x="914400" y="4343400"/>
            <a:ext cx="5029200" cy="41148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19462" name="Rectangle 6"/>
          <p:cNvSpPr>
            <a:spLocks noGrp="1" noChangeArrowheads="1"/>
          </p:cNvSpPr>
          <p:nvPr>
            <p:ph type="ftr" sz="quarter" idx="4"/>
          </p:nvPr>
        </p:nvSpPr>
        <p:spPr bwMode="auto">
          <a:xfrm>
            <a:off x="0" y="8686800"/>
            <a:ext cx="2971800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algn="l">
              <a:spcBef>
                <a:spcPct val="0"/>
              </a:spcBef>
              <a:defRPr>
                <a:latin typeface="Arial" pitchFamily="-112" charset="0"/>
                <a:ea typeface="ＭＳ Ｐゴシック" pitchFamily="-112" charset="-128"/>
                <a:cs typeface="ＭＳ Ｐゴシック" pitchFamily="-112" charset="-128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19463" name="Rectangle 7"/>
          <p:cNvSpPr>
            <a:spLocks noGrp="1" noChangeArrowheads="1"/>
          </p:cNvSpPr>
          <p:nvPr>
            <p:ph type="sldNum" sz="quarter" idx="5"/>
          </p:nvPr>
        </p:nvSpPr>
        <p:spPr bwMode="auto">
          <a:xfrm>
            <a:off x="3886200" y="8686800"/>
            <a:ext cx="2971800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algn="r">
              <a:spcBef>
                <a:spcPct val="0"/>
              </a:spcBef>
              <a:defRPr>
                <a:latin typeface="Arial" pitchFamily="-112" charset="0"/>
                <a:ea typeface="ＭＳ Ｐゴシック" pitchFamily="-112" charset="-128"/>
                <a:cs typeface="ＭＳ Ｐゴシック" pitchFamily="-112" charset="-128"/>
              </a:defRPr>
            </a:lvl1pPr>
          </a:lstStyle>
          <a:p>
            <a:pPr>
              <a:defRPr/>
            </a:pPr>
            <a:fld id="{07DD8A4E-80D5-E442-8CCA-D5A1F77B1F24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30448188"/>
      </p:ext>
    </p:extLst>
  </p:cSld>
  <p:clrMap bg1="lt1" tx1="dk1" bg2="lt2" tx2="dk2" accent1="accent1" accent2="accent2" accent3="accent3" accent4="accent4" accent5="accent5" accent6="accent6" hlink="hlink" folHlink="folHlink"/>
  <p:hf hdr="0" ftr="0" dt="0"/>
  <p:notesStyle>
    <a:lvl1pPr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Arial" pitchFamily="-112" charset="0"/>
        <a:ea typeface="ＭＳ Ｐゴシック" pitchFamily="-112" charset="-128"/>
        <a:cs typeface="ＭＳ Ｐゴシック" pitchFamily="-112" charset="-128"/>
      </a:defRPr>
    </a:lvl1pPr>
    <a:lvl2pPr marL="4572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Arial" pitchFamily="-112" charset="0"/>
        <a:ea typeface="ＭＳ Ｐゴシック" pitchFamily="-112" charset="-128"/>
        <a:cs typeface="+mn-cs"/>
      </a:defRPr>
    </a:lvl2pPr>
    <a:lvl3pPr marL="9144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Arial" pitchFamily="-112" charset="0"/>
        <a:ea typeface="ＭＳ Ｐゴシック" pitchFamily="-112" charset="-128"/>
        <a:cs typeface="+mn-cs"/>
      </a:defRPr>
    </a:lvl3pPr>
    <a:lvl4pPr marL="13716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Arial" pitchFamily="-112" charset="0"/>
        <a:ea typeface="ＭＳ Ｐゴシック" pitchFamily="-112" charset="-128"/>
        <a:cs typeface="+mn-cs"/>
      </a:defRPr>
    </a:lvl4pPr>
    <a:lvl5pPr marL="18288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Arial" pitchFamily="-112" charset="0"/>
        <a:ea typeface="ＭＳ Ｐゴシック" pitchFamily="-112" charset="-128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6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07DD8A4E-80D5-E442-8CCA-D5A1F77B1F24}" type="slidenum">
              <a:rPr lang="en-US" smtClean="0"/>
              <a:pPr>
                <a:defRPr/>
              </a:pPr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5702260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1" name="Shape 1161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0" t="0" r="0" b="0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62" name="Shape 1162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399" cy="4114800"/>
          </a:xfrm>
          <a:prstGeom prst="rect">
            <a:avLst/>
          </a:prstGeom>
        </p:spPr>
        <p:txBody>
          <a:bodyPr lIns="91425" tIns="91425" rIns="91425" bIns="91425" anchor="t" anchorCtr="0">
            <a:noAutofit/>
          </a:bodyPr>
          <a:lstStyle/>
          <a:p>
            <a:pPr lvl="0" rtl="0">
              <a:spcBef>
                <a:spcPts val="0"/>
              </a:spcBef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22719994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7" name="Shape 1217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0" t="0" r="0" b="0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18" name="Shape 1218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399" cy="4114800"/>
          </a:xfrm>
          <a:prstGeom prst="rect">
            <a:avLst/>
          </a:prstGeom>
        </p:spPr>
        <p:txBody>
          <a:bodyPr lIns="91425" tIns="91425" rIns="91425" bIns="91425" anchor="t" anchorCtr="0">
            <a:noAutofit/>
          </a:bodyPr>
          <a:lstStyle/>
          <a:p>
            <a:pPr lvl="0">
              <a:spcBef>
                <a:spcPts val="0"/>
              </a:spcBef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40745198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1" name="Shape 931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0" t="0" r="0" b="0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32" name="Shape 932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399" cy="4114800"/>
          </a:xfrm>
          <a:prstGeom prst="rect">
            <a:avLst/>
          </a:prstGeom>
        </p:spPr>
        <p:txBody>
          <a:bodyPr lIns="91425" tIns="91425" rIns="91425" bIns="91425" anchor="t" anchorCtr="0">
            <a:noAutofit/>
          </a:bodyPr>
          <a:lstStyle/>
          <a:p>
            <a:pPr lvl="0" rtl="0">
              <a:spcBef>
                <a:spcPts val="0"/>
              </a:spcBef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17373224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8" name="Shape 938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0" t="0" r="0" b="0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39" name="Shape 939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399" cy="4114800"/>
          </a:xfrm>
          <a:prstGeom prst="rect">
            <a:avLst/>
          </a:prstGeom>
        </p:spPr>
        <p:txBody>
          <a:bodyPr lIns="91425" tIns="91425" rIns="91425" bIns="91425" anchor="t" anchorCtr="0">
            <a:noAutofit/>
          </a:bodyPr>
          <a:lstStyle/>
          <a:p>
            <a:pPr lvl="0">
              <a:spcBef>
                <a:spcPts val="0"/>
              </a:spcBef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412419823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7" name="Shape 947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0" t="0" r="0" b="0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48" name="Shape 948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399" cy="4114800"/>
          </a:xfrm>
          <a:prstGeom prst="rect">
            <a:avLst/>
          </a:prstGeom>
        </p:spPr>
        <p:txBody>
          <a:bodyPr lIns="91425" tIns="91425" rIns="91425" bIns="91425" anchor="t" anchorCtr="0">
            <a:noAutofit/>
          </a:bodyPr>
          <a:lstStyle/>
          <a:p>
            <a:pPr lvl="0">
              <a:spcBef>
                <a:spcPts val="0"/>
              </a:spcBef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4193741368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6" name="Shape 956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0" t="0" r="0" b="0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57" name="Shape 957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399" cy="4114800"/>
          </a:xfrm>
          <a:prstGeom prst="rect">
            <a:avLst/>
          </a:prstGeom>
        </p:spPr>
        <p:txBody>
          <a:bodyPr lIns="91425" tIns="91425" rIns="91425" bIns="91425" anchor="t" anchorCtr="0">
            <a:noAutofit/>
          </a:bodyPr>
          <a:lstStyle/>
          <a:p>
            <a:pPr lvl="0" rtl="0">
              <a:spcBef>
                <a:spcPts val="0"/>
              </a:spcBef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716292186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6" name="Shape 966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0" t="0" r="0" b="0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67" name="Shape 967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399" cy="4114800"/>
          </a:xfrm>
          <a:prstGeom prst="rect">
            <a:avLst/>
          </a:prstGeom>
        </p:spPr>
        <p:txBody>
          <a:bodyPr lIns="91425" tIns="91425" rIns="91425" bIns="91425" anchor="t" anchorCtr="0">
            <a:noAutofit/>
          </a:bodyPr>
          <a:lstStyle/>
          <a:p>
            <a:pPr lvl="0" rtl="0">
              <a:spcBef>
                <a:spcPts val="0"/>
              </a:spcBef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32734550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0" name="Shape 980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0" t="0" r="0" b="0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81" name="Shape 981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399" cy="4114800"/>
          </a:xfrm>
          <a:prstGeom prst="rect">
            <a:avLst/>
          </a:prstGeom>
        </p:spPr>
        <p:txBody>
          <a:bodyPr lIns="91425" tIns="91425" rIns="91425" bIns="91425" anchor="t" anchorCtr="0">
            <a:noAutofit/>
          </a:bodyPr>
          <a:lstStyle/>
          <a:p>
            <a:pPr lvl="0" rtl="0">
              <a:spcBef>
                <a:spcPts val="0"/>
              </a:spcBef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158382092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0" name="Shape 990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0" t="0" r="0" b="0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91" name="Shape 991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399" cy="4114800"/>
          </a:xfrm>
          <a:prstGeom prst="rect">
            <a:avLst/>
          </a:prstGeom>
        </p:spPr>
        <p:txBody>
          <a:bodyPr lIns="91425" tIns="91425" rIns="91425" bIns="91425" anchor="t" anchorCtr="0">
            <a:noAutofit/>
          </a:bodyPr>
          <a:lstStyle/>
          <a:p>
            <a:pPr lvl="0" rtl="0">
              <a:spcBef>
                <a:spcPts val="0"/>
              </a:spcBef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536965750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4" name="Shape 1004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0" t="0" r="0" b="0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05" name="Shape 1005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399" cy="4114800"/>
          </a:xfrm>
          <a:prstGeom prst="rect">
            <a:avLst/>
          </a:prstGeom>
        </p:spPr>
        <p:txBody>
          <a:bodyPr lIns="91425" tIns="91425" rIns="91425" bIns="91425" anchor="t" anchorCtr="0">
            <a:noAutofit/>
          </a:bodyPr>
          <a:lstStyle/>
          <a:p>
            <a:pPr lvl="0" rtl="0">
              <a:spcBef>
                <a:spcPts val="0"/>
              </a:spcBef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735971133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4" name="Shape 1014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0" t="0" r="0" b="0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15" name="Shape 1015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399" cy="4114800"/>
          </a:xfrm>
          <a:prstGeom prst="rect">
            <a:avLst/>
          </a:prstGeom>
        </p:spPr>
        <p:txBody>
          <a:bodyPr lIns="91425" tIns="91425" rIns="91425" bIns="91425" anchor="t" anchorCtr="0">
            <a:noAutofit/>
          </a:bodyPr>
          <a:lstStyle/>
          <a:p>
            <a:pPr lvl="0" rtl="0">
              <a:spcBef>
                <a:spcPts val="0"/>
              </a:spcBef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953190099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6" name="Shape 1036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0" t="0" r="0" b="0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37" name="Shape 1037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399" cy="4114800"/>
          </a:xfrm>
          <a:prstGeom prst="rect">
            <a:avLst/>
          </a:prstGeom>
        </p:spPr>
        <p:txBody>
          <a:bodyPr lIns="91425" tIns="91425" rIns="91425" bIns="91425" anchor="t" anchorCtr="0">
            <a:noAutofit/>
          </a:bodyPr>
          <a:lstStyle/>
          <a:p>
            <a:pPr lvl="0" rtl="0">
              <a:spcBef>
                <a:spcPts val="0"/>
              </a:spcBef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671650322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94" name="Shape 1094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0" t="0" r="0" b="0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95" name="Shape 1095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399" cy="4114800"/>
          </a:xfrm>
          <a:prstGeom prst="rect">
            <a:avLst/>
          </a:prstGeom>
        </p:spPr>
        <p:txBody>
          <a:bodyPr lIns="91425" tIns="91425" rIns="91425" bIns="91425" anchor="t" anchorCtr="0">
            <a:noAutofit/>
          </a:bodyPr>
          <a:lstStyle/>
          <a:p>
            <a:pPr lvl="0" rtl="0">
              <a:spcBef>
                <a:spcPts val="0"/>
              </a:spcBef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4028559585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4" name="Shape 1104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0" t="0" r="0" b="0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05" name="Shape 1105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399" cy="4114800"/>
          </a:xfrm>
          <a:prstGeom prst="rect">
            <a:avLst/>
          </a:prstGeom>
        </p:spPr>
        <p:txBody>
          <a:bodyPr lIns="91425" tIns="91425" rIns="91425" bIns="91425" anchor="t" anchorCtr="0">
            <a:noAutofit/>
          </a:bodyPr>
          <a:lstStyle/>
          <a:p>
            <a:pPr lvl="0">
              <a:spcBef>
                <a:spcPts val="0"/>
              </a:spcBef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925286669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6" name="Shape 1036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0" t="0" r="0" b="0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37" name="Shape 1037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399" cy="4114800"/>
          </a:xfrm>
          <a:prstGeom prst="rect">
            <a:avLst/>
          </a:prstGeom>
        </p:spPr>
        <p:txBody>
          <a:bodyPr lIns="91425" tIns="91425" rIns="91425" bIns="91425" anchor="t" anchorCtr="0">
            <a:noAutofit/>
          </a:bodyPr>
          <a:lstStyle/>
          <a:p>
            <a:pPr lvl="0" rtl="0">
              <a:spcBef>
                <a:spcPts val="0"/>
              </a:spcBef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816120634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6" name="Shape 1036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0" t="0" r="0" b="0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37" name="Shape 1037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399" cy="4114800"/>
          </a:xfrm>
          <a:prstGeom prst="rect">
            <a:avLst/>
          </a:prstGeom>
        </p:spPr>
        <p:txBody>
          <a:bodyPr lIns="91425" tIns="91425" rIns="91425" bIns="91425" anchor="t" anchorCtr="0">
            <a:noAutofit/>
          </a:bodyPr>
          <a:lstStyle/>
          <a:p>
            <a:pPr lvl="0" rtl="0">
              <a:spcBef>
                <a:spcPts val="0"/>
              </a:spcBef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912676366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1" name="Shape 1131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0" t="0" r="0" b="0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32" name="Shape 1132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399" cy="4114800"/>
          </a:xfrm>
          <a:prstGeom prst="rect">
            <a:avLst/>
          </a:prstGeom>
        </p:spPr>
        <p:txBody>
          <a:bodyPr lIns="91425" tIns="91425" rIns="91425" bIns="91425" anchor="t" anchorCtr="0">
            <a:noAutofit/>
          </a:bodyPr>
          <a:lstStyle/>
          <a:p>
            <a:pPr lvl="0">
              <a:spcBef>
                <a:spcPts val="0"/>
              </a:spcBef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210731479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7" name="Shape 1117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0" t="0" r="0" b="0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18" name="Shape 1118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399" cy="4114800"/>
          </a:xfrm>
          <a:prstGeom prst="rect">
            <a:avLst/>
          </a:prstGeom>
        </p:spPr>
        <p:txBody>
          <a:bodyPr lIns="91425" tIns="91425" rIns="91425" bIns="91425" anchor="t" anchorCtr="0">
            <a:noAutofit/>
          </a:bodyPr>
          <a:lstStyle/>
          <a:p>
            <a:pPr lvl="0" rtl="0">
              <a:spcBef>
                <a:spcPts val="0"/>
              </a:spcBef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102968189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>
            <a:spLocks noGrp="1" noChangeArrowheads="1"/>
          </p:cNvSpPr>
          <p:nvPr>
            <p:ph type="sldNum"/>
          </p:nvPr>
        </p:nvSpPr>
        <p:spPr>
          <a:ln/>
        </p:spPr>
        <p:txBody>
          <a:bodyPr/>
          <a:lstStyle/>
          <a:p>
            <a:fld id="{A432487B-15CD-6546-8D1D-E514B864FFCA}" type="slidenum">
              <a:rPr lang="en-US"/>
              <a:pPr/>
              <a:t>58</a:t>
            </a:fld>
            <a:endParaRPr lang="en-US"/>
          </a:p>
        </p:txBody>
      </p:sp>
      <p:sp>
        <p:nvSpPr>
          <p:cNvPr id="175105" name="Text Box 1"/>
          <p:cNvSpPr txBox="1">
            <a:spLocks noGrp="1" noRot="1" noChangeAspect="1" noChangeArrowheads="1"/>
          </p:cNvSpPr>
          <p:nvPr>
            <p:ph type="sldImg"/>
          </p:nvPr>
        </p:nvSpPr>
        <p:spPr bwMode="auto">
          <a:xfrm>
            <a:off x="1143000" y="693738"/>
            <a:ext cx="4572000" cy="3429000"/>
          </a:xfrm>
          <a:prstGeom prst="rect">
            <a:avLst/>
          </a:prstGeom>
          <a:solidFill>
            <a:srgbClr val="FFFFFF"/>
          </a:solidFill>
          <a:ln>
            <a:solidFill>
              <a:srgbClr val="000000"/>
            </a:solidFill>
            <a:miter lim="800000"/>
            <a:headEnd/>
            <a:tailEnd/>
          </a:ln>
          <a:extLst>
            <a:ext uri="{AF507438-7753-43e0-B8FC-AC1667EBCBE1}">
              <a14:hiddenEffects xmlns:a14="http://schemas.microsoft.com/office/drawing/2010/main" xmlns="">
                <a:effectLst>
                  <a:outerShdw blurRad="63500" dist="38099" dir="2700000" algn="ctr" rotWithShape="0">
                    <a:srgbClr val="000000">
                      <a:alpha val="74998"/>
                    </a:srgbClr>
                  </a:outerShdw>
                </a:effectLst>
              </a14:hiddenEffects>
            </a:ext>
          </a:extLst>
        </p:spPr>
      </p:sp>
      <p:sp>
        <p:nvSpPr>
          <p:cNvPr id="175106" name="Text Box 2"/>
          <p:cNvSpPr txBox="1">
            <a:spLocks noGrp="1" noChangeArrowheads="1"/>
          </p:cNvSpPr>
          <p:nvPr>
            <p:ph type="body" idx="1"/>
          </p:nvPr>
        </p:nvSpPr>
        <p:spPr bwMode="auto">
          <a:xfrm>
            <a:off x="686360" y="4342535"/>
            <a:ext cx="5486681" cy="4032250"/>
          </a:xfrm>
          <a:prstGeom prst="rect">
            <a:avLst/>
          </a:prstGeom>
          <a:noFill/>
          <a:ln/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 cap="flat">
                <a:solidFill>
                  <a:srgbClr val="000000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 xmlns="">
                <a:effectLst>
                  <a:outerShdw blurRad="63500" dist="38099" dir="2700000" algn="ctr" rotWithShape="0">
                    <a:srgbClr val="000000">
                      <a:alpha val="74998"/>
                    </a:srgbClr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4621464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(C) Dhruv Batra 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60C6FF14-906B-8C43-8206-00F0F407B02E}" type="slidenum">
              <a:rPr lang="en-US" smtClean="0"/>
              <a:pPr>
                <a:defRPr/>
              </a:pPr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(C) Dhruv Batra 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7134A590-6033-DE48-865B-A0558AEFCBD1}" type="slidenum">
              <a:rPr lang="en-US" smtClean="0"/>
              <a:pPr>
                <a:defRPr/>
              </a:pPr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(C) Dhruv Batra 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BCAD4A4B-0330-AF4E-991D-7D58C0870B97}" type="slidenum">
              <a:rPr lang="en-US" smtClean="0"/>
              <a:pPr>
                <a:defRPr/>
              </a:pPr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(C) Dhruv Batra 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56489279-66D6-F54A-8DF6-8569F0E44DC0}" type="slidenum">
              <a:rPr lang="en-US" smtClean="0"/>
              <a:pPr>
                <a:defRPr/>
              </a:pPr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(C) Dhruv Batra </a:t>
            </a:r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902DD396-FCC9-5D4C-A19A-0D227FF6545F}" type="slidenum">
              <a:rPr lang="en-US" smtClean="0"/>
              <a:pPr>
                <a:defRPr/>
              </a:pPr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(C) Dhruv Batra 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BA8D718F-682B-7343-BB3C-8AD70332433B}" type="slidenum">
              <a:rPr lang="en-US" smtClean="0"/>
              <a:pPr>
                <a:defRPr/>
              </a:pPr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(C) Dhruv Batra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A51550E6-1DFF-B84C-BFE3-E4371400DA8D}" type="slidenum">
              <a:rPr lang="en-US" smtClean="0"/>
              <a:pPr>
                <a:defRPr/>
              </a:pPr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(C) Dhruv Batra 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7C01E281-1F8F-6944-BFC1-D0DAE21D9B05}" type="slidenum">
              <a:rPr lang="en-US" smtClean="0"/>
              <a:pPr>
                <a:defRPr/>
              </a:pPr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(C) Dhruv Batra 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D6CCFAE8-AF25-AC44-B97D-AB359B592C3A}" type="slidenum">
              <a:rPr lang="en-US" smtClean="0"/>
              <a:pPr>
                <a:defRPr/>
              </a:pPr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(C) Dhruv Batra 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365AFEEC-C182-2D4A-848B-6A0ED98C1FE8}" type="slidenum">
              <a:rPr lang="en-US" smtClean="0"/>
              <a:pPr>
                <a:defRPr/>
              </a:pPr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(C) Dhruv Batra 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03D168A2-5B33-FA46-93E8-3B5149732374}" type="slidenum">
              <a:rPr lang="en-US" smtClean="0"/>
              <a:pPr>
                <a:defRPr/>
              </a:pPr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1_Title slide">
    <p:spTree>
      <p:nvGrpSpPr>
        <p:cNvPr id="1" name="Shape 12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020083357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4" name="Rectangle 2"/>
          <p:cNvSpPr>
            <a:spLocks noGrp="1" noChangeArrowheads="1"/>
          </p:cNvSpPr>
          <p:nvPr>
            <p:ph type="ctrTitle"/>
          </p:nvPr>
        </p:nvSpPr>
        <p:spPr>
          <a:xfrm>
            <a:off x="685800" y="2286000"/>
            <a:ext cx="7772400" cy="1143000"/>
          </a:xfrm>
        </p:spPr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18435" name="Rectangle 3"/>
          <p:cNvSpPr>
            <a:spLocks noGrp="1" noChangeArrowheads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FontTx/>
              <a:buNone/>
              <a:defRPr/>
            </a:lvl1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Rectangle 4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5" name="Rectangle 5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(C) Dhruv Batra </a:t>
            </a:r>
          </a:p>
        </p:txBody>
      </p:sp>
      <p:sp>
        <p:nvSpPr>
          <p:cNvPr id="6" name="Rectangle 6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60C6FF14-906B-8C43-8206-00F0F407B02E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Rectangle 4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>
                <a:solidFill>
                  <a:schemeClr val="bg1">
                    <a:lumMod val="85000"/>
                  </a:schemeClr>
                </a:solidFill>
              </a:defRPr>
            </a:lvl1pPr>
          </a:lstStyle>
          <a:p>
            <a:pPr>
              <a:defRPr/>
            </a:pPr>
            <a:r>
              <a:rPr lang="en-US" dirty="0"/>
              <a:t>Research at TTI</a:t>
            </a:r>
          </a:p>
        </p:txBody>
      </p:sp>
      <p:sp>
        <p:nvSpPr>
          <p:cNvPr id="5" name="Rectangle 5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 dirty="0"/>
              <a:t>(C) Dhruv Batra </a:t>
            </a:r>
          </a:p>
        </p:txBody>
      </p:sp>
      <p:sp>
        <p:nvSpPr>
          <p:cNvPr id="6" name="Rectangle 6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7134A590-6033-DE48-865B-A0558AEFCBD1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/>
            </a:lvl1pPr>
            <a:lvl2pPr marL="457200" indent="0">
              <a:buNone/>
              <a:defRPr sz="1800"/>
            </a:lvl2pPr>
            <a:lvl3pPr marL="914400" indent="0">
              <a:buNone/>
              <a:defRPr sz="1600"/>
            </a:lvl3pPr>
            <a:lvl4pPr marL="1371600" indent="0">
              <a:buNone/>
              <a:defRPr sz="1400"/>
            </a:lvl4pPr>
            <a:lvl5pPr marL="1828800" indent="0">
              <a:buNone/>
              <a:defRPr sz="1400"/>
            </a:lvl5pPr>
            <a:lvl6pPr marL="2286000" indent="0">
              <a:buNone/>
              <a:defRPr sz="1400"/>
            </a:lvl6pPr>
            <a:lvl7pPr marL="2743200" indent="0">
              <a:buNone/>
              <a:defRPr sz="1400"/>
            </a:lvl7pPr>
            <a:lvl8pPr marL="3200400" indent="0">
              <a:buNone/>
              <a:defRPr sz="1400"/>
            </a:lvl8pPr>
            <a:lvl9pPr marL="3657600" indent="0">
              <a:buNone/>
              <a:defRPr sz="14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Rectangle 4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5" name="Rectangle 5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(C) Dhruv Batra </a:t>
            </a:r>
          </a:p>
        </p:txBody>
      </p:sp>
      <p:sp>
        <p:nvSpPr>
          <p:cNvPr id="6" name="Rectangle 6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BCAD4A4B-0330-AF4E-991D-7D58C0870B97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800" y="228600"/>
            <a:ext cx="7772400" cy="685800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85800" y="914400"/>
            <a:ext cx="3810000" cy="5486400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914400"/>
            <a:ext cx="3810000" cy="5486400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Rectangle 4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Rectangle 5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(C) Dhruv Batra </a:t>
            </a:r>
          </a:p>
        </p:txBody>
      </p:sp>
      <p:sp>
        <p:nvSpPr>
          <p:cNvPr id="7" name="Rectangle 6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56489279-66D6-F54A-8DF6-8569F0E44DC0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</p:spPr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4"/>
            <a:ext cx="4040188" cy="4149725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4"/>
            <a:ext cx="4041775" cy="4149725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Rectangle 4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8" name="Rectangle 5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(C) Dhruv Batra </a:t>
            </a:r>
          </a:p>
        </p:txBody>
      </p:sp>
      <p:sp>
        <p:nvSpPr>
          <p:cNvPr id="9" name="Rectangle 6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902DD396-FCC9-5D4C-A19A-0D227FF6545F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Rectangle 4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4" name="Rectangle 5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(C) Dhruv Batra </a:t>
            </a:r>
          </a:p>
        </p:txBody>
      </p:sp>
      <p:sp>
        <p:nvSpPr>
          <p:cNvPr id="5" name="Rectangle 6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BA8D718F-682B-7343-BB3C-8AD70332433B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4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3" name="Rectangle 5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(C) Dhruv Batra </a:t>
            </a:r>
          </a:p>
        </p:txBody>
      </p:sp>
      <p:sp>
        <p:nvSpPr>
          <p:cNvPr id="4" name="Rectangle 6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A51550E6-1DFF-B84C-BFE3-E4371400DA8D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6051550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889500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Rectangle 4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Rectangle 5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(C) Dhruv Batra </a:t>
            </a:r>
          </a:p>
        </p:txBody>
      </p:sp>
      <p:sp>
        <p:nvSpPr>
          <p:cNvPr id="7" name="Rectangle 6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7C01E281-1F8F-6944-BFC1-D0DAE21D9B05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endParaRPr lang="en-US" noProof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Rectangle 4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Rectangle 5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(C) Dhruv Batra </a:t>
            </a:r>
          </a:p>
        </p:txBody>
      </p:sp>
      <p:sp>
        <p:nvSpPr>
          <p:cNvPr id="7" name="Rectangle 6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D6CCFAE8-AF25-AC44-B97D-AB359B592C3A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Rectangle 4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5" name="Rectangle 5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(C) Dhruv Batra </a:t>
            </a:r>
          </a:p>
        </p:txBody>
      </p:sp>
      <p:sp>
        <p:nvSpPr>
          <p:cNvPr id="6" name="Rectangle 6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365AFEEC-C182-2D4A-848B-6A0ED98C1FE8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515100" y="76200"/>
            <a:ext cx="1943100" cy="6019800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85800" y="76200"/>
            <a:ext cx="5676900" cy="6019800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Rectangle 4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5" name="Rectangle 5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(C) Dhruv Batra </a:t>
            </a:r>
          </a:p>
        </p:txBody>
      </p:sp>
      <p:sp>
        <p:nvSpPr>
          <p:cNvPr id="6" name="Rectangle 6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03D168A2-5B33-FA46-93E8-3B5149732374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20.xml"/><Relationship Id="rId3" Type="http://schemas.openxmlformats.org/officeDocument/2006/relationships/slideLayout" Target="../slideLayouts/slideLayout15.xml"/><Relationship Id="rId7" Type="http://schemas.openxmlformats.org/officeDocument/2006/relationships/slideLayout" Target="../slideLayouts/slideLayout19.xml"/><Relationship Id="rId12" Type="http://schemas.openxmlformats.org/officeDocument/2006/relationships/theme" Target="../theme/theme2.xml"/><Relationship Id="rId2" Type="http://schemas.openxmlformats.org/officeDocument/2006/relationships/slideLayout" Target="../slideLayouts/slideLayout14.xml"/><Relationship Id="rId1" Type="http://schemas.openxmlformats.org/officeDocument/2006/relationships/slideLayout" Target="../slideLayouts/slideLayout13.xml"/><Relationship Id="rId6" Type="http://schemas.openxmlformats.org/officeDocument/2006/relationships/slideLayout" Target="../slideLayouts/slideLayout18.xml"/><Relationship Id="rId11" Type="http://schemas.openxmlformats.org/officeDocument/2006/relationships/slideLayout" Target="../slideLayouts/slideLayout23.xml"/><Relationship Id="rId5" Type="http://schemas.openxmlformats.org/officeDocument/2006/relationships/slideLayout" Target="../slideLayouts/slideLayout17.xml"/><Relationship Id="rId10" Type="http://schemas.openxmlformats.org/officeDocument/2006/relationships/slideLayout" Target="../slideLayouts/slideLayout22.xml"/><Relationship Id="rId4" Type="http://schemas.openxmlformats.org/officeDocument/2006/relationships/slideLayout" Target="../slideLayouts/slideLayout16.xml"/><Relationship Id="rId9" Type="http://schemas.openxmlformats.org/officeDocument/2006/relationships/slideLayout" Target="../slideLayouts/slideLayout2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r>
              <a:rPr lang="en-US"/>
              <a:t>(C) Dhruv Batra 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fld id="{2651A289-BEF2-FC49-AB93-B19BD27FB587}" type="slidenum">
              <a:rPr lang="en-US" smtClean="0"/>
              <a:pPr>
                <a:defRPr/>
              </a:pPr>
              <a:t>‹#›</a:t>
            </a:fld>
            <a:endParaRPr lang="en-US" dirty="0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76" r:id="rId1"/>
    <p:sldLayoutId id="2147483677" r:id="rId2"/>
    <p:sldLayoutId id="2147483678" r:id="rId3"/>
    <p:sldLayoutId id="2147483679" r:id="rId4"/>
    <p:sldLayoutId id="2147483680" r:id="rId5"/>
    <p:sldLayoutId id="2147483681" r:id="rId6"/>
    <p:sldLayoutId id="2147483682" r:id="rId7"/>
    <p:sldLayoutId id="2147483683" r:id="rId8"/>
    <p:sldLayoutId id="2147483684" r:id="rId9"/>
    <p:sldLayoutId id="2147483685" r:id="rId10"/>
    <p:sldLayoutId id="2147483686" r:id="rId11"/>
    <p:sldLayoutId id="2147483699" r:id="rId12"/>
  </p:sldLayoutIdLst>
  <p:hf hdr="0" dt="0"/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Rectangle 2"/>
          <p:cNvSpPr>
            <a:spLocks noGrp="1" noChangeArrowheads="1"/>
          </p:cNvSpPr>
          <p:nvPr>
            <p:ph type="title"/>
          </p:nvPr>
        </p:nvSpPr>
        <p:spPr bwMode="auto">
          <a:xfrm>
            <a:off x="685800" y="228600"/>
            <a:ext cx="7772400" cy="6858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en-US" dirty="0"/>
              <a:t>Click to edit Master title style</a:t>
            </a:r>
          </a:p>
        </p:txBody>
      </p:sp>
      <p:sp>
        <p:nvSpPr>
          <p:cNvPr id="1027" name="Rectangle 3"/>
          <p:cNvSpPr>
            <a:spLocks noGrp="1" noChangeArrowheads="1"/>
          </p:cNvSpPr>
          <p:nvPr>
            <p:ph type="body" idx="1"/>
          </p:nvPr>
        </p:nvSpPr>
        <p:spPr bwMode="auto">
          <a:xfrm>
            <a:off x="685800" y="1143000"/>
            <a:ext cx="7772400" cy="52578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7412" name="Rectangle 4"/>
          <p:cNvSpPr>
            <a:spLocks noGrp="1" noChangeArrowheads="1"/>
          </p:cNvSpPr>
          <p:nvPr>
            <p:ph type="dt" sz="half" idx="2"/>
          </p:nvPr>
        </p:nvSpPr>
        <p:spPr bwMode="auto">
          <a:xfrm>
            <a:off x="4343400" y="6400800"/>
            <a:ext cx="1905000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algn="l">
              <a:spcBef>
                <a:spcPct val="0"/>
              </a:spcBef>
              <a:defRPr sz="1400">
                <a:latin typeface="Arial" pitchFamily="-112" charset="0"/>
                <a:ea typeface="+mn-ea"/>
                <a:cs typeface="+mn-cs"/>
              </a:defRPr>
            </a:lvl1pPr>
          </a:lstStyle>
          <a:p>
            <a:pPr>
              <a:defRPr/>
            </a:pPr>
            <a:endParaRPr lang="en-US" dirty="0"/>
          </a:p>
        </p:txBody>
      </p:sp>
      <p:sp>
        <p:nvSpPr>
          <p:cNvPr id="17413" name="Rectangle 5"/>
          <p:cNvSpPr>
            <a:spLocks noGrp="1" noChangeArrowheads="1"/>
          </p:cNvSpPr>
          <p:nvPr>
            <p:ph type="ftr" sz="quarter" idx="3"/>
          </p:nvPr>
        </p:nvSpPr>
        <p:spPr bwMode="auto">
          <a:xfrm>
            <a:off x="152400" y="6400800"/>
            <a:ext cx="2895600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 sz="1400">
                <a:solidFill>
                  <a:schemeClr val="bg1">
                    <a:lumMod val="50000"/>
                  </a:schemeClr>
                </a:solidFill>
                <a:latin typeface="Arial" pitchFamily="-112" charset="0"/>
                <a:ea typeface="+mn-ea"/>
                <a:cs typeface="+mn-cs"/>
              </a:defRPr>
            </a:lvl1pPr>
          </a:lstStyle>
          <a:p>
            <a:pPr>
              <a:defRPr/>
            </a:pPr>
            <a:r>
              <a:rPr lang="en-US" b="1" dirty="0">
                <a:latin typeface="Arial Narrow" pitchFamily="-112" charset="0"/>
                <a:ea typeface="ＭＳ Ｐゴシック" pitchFamily="-112" charset="-128"/>
                <a:cs typeface="ＭＳ Ｐゴシック" pitchFamily="-112" charset="-128"/>
                <a:sym typeface="Symbol" pitchFamily="-112" charset="2"/>
              </a:rPr>
              <a:t>(C) Dhruv Batra </a:t>
            </a:r>
          </a:p>
        </p:txBody>
      </p:sp>
      <p:sp>
        <p:nvSpPr>
          <p:cNvPr id="17414" name="Rectangle 6"/>
          <p:cNvSpPr>
            <a:spLocks noGrp="1" noChangeArrowheads="1"/>
          </p:cNvSpPr>
          <p:nvPr>
            <p:ph type="sldNum" sz="quarter" idx="4"/>
          </p:nvPr>
        </p:nvSpPr>
        <p:spPr bwMode="auto">
          <a:xfrm>
            <a:off x="7086600" y="6400800"/>
            <a:ext cx="1905000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algn="r">
              <a:spcBef>
                <a:spcPct val="0"/>
              </a:spcBef>
              <a:defRPr sz="1400">
                <a:solidFill>
                  <a:schemeClr val="bg1">
                    <a:lumMod val="50000"/>
                  </a:schemeClr>
                </a:solidFill>
                <a:latin typeface="Arial" pitchFamily="-112" charset="0"/>
                <a:ea typeface="+mn-ea"/>
                <a:cs typeface="+mn-cs"/>
              </a:defRPr>
            </a:lvl1pPr>
          </a:lstStyle>
          <a:p>
            <a:pPr>
              <a:defRPr/>
            </a:pPr>
            <a:fld id="{2651A289-BEF2-FC49-AB93-B19BD27FB587}" type="slidenum">
              <a:rPr lang="en-US" smtClean="0"/>
              <a:pPr>
                <a:defRPr/>
              </a:pPr>
              <a:t>‹#›</a:t>
            </a:fld>
            <a:endParaRPr lang="en-US" dirty="0"/>
          </a:p>
        </p:txBody>
      </p:sp>
      <p:sp>
        <p:nvSpPr>
          <p:cNvPr id="7" name="Rectangle 5"/>
          <p:cNvSpPr>
            <a:spLocks noChangeArrowheads="1"/>
          </p:cNvSpPr>
          <p:nvPr userDrawn="1"/>
        </p:nvSpPr>
        <p:spPr bwMode="auto">
          <a:xfrm>
            <a:off x="0" y="0"/>
            <a:ext cx="9144000" cy="228600"/>
          </a:xfrm>
          <a:prstGeom prst="rect">
            <a:avLst/>
          </a:prstGeom>
          <a:solidFill>
            <a:srgbClr val="990000"/>
          </a:solidFill>
          <a:ln w="9525">
            <a:noFill/>
            <a:miter lim="800000"/>
            <a:headEnd/>
            <a:tailEnd/>
          </a:ln>
          <a:effectLst/>
        </p:spPr>
        <p:txBody>
          <a:bodyPr wrap="none" anchor="ctr">
            <a:prstTxWarp prst="textNoShape">
              <a:avLst/>
            </a:prstTxWarp>
          </a:bodyPr>
          <a:lstStyle/>
          <a:p>
            <a:pPr>
              <a:defRPr/>
            </a:pPr>
            <a:endParaRPr lang="en-US" sz="2400">
              <a:latin typeface="" pitchFamily="64" charset="0"/>
              <a:ea typeface="ＭＳ Ｐゴシック" pitchFamily="-112" charset="-128"/>
              <a:cs typeface="ＭＳ Ｐゴシック" pitchFamily="-112" charset="-128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88" r:id="rId1"/>
    <p:sldLayoutId id="2147483689" r:id="rId2"/>
    <p:sldLayoutId id="2147483690" r:id="rId3"/>
    <p:sldLayoutId id="2147483691" r:id="rId4"/>
    <p:sldLayoutId id="2147483692" r:id="rId5"/>
    <p:sldLayoutId id="2147483693" r:id="rId6"/>
    <p:sldLayoutId id="2147483694" r:id="rId7"/>
    <p:sldLayoutId id="2147483695" r:id="rId8"/>
    <p:sldLayoutId id="2147483696" r:id="rId9"/>
    <p:sldLayoutId id="2147483697" r:id="rId10"/>
    <p:sldLayoutId id="2147483698" r:id="rId11"/>
  </p:sldLayoutIdLst>
  <p:hf hdr="0" dt="0"/>
  <p:txStyles>
    <p:titleStyle>
      <a:lvl1pPr algn="ctr" rtl="0" eaLnBrk="0" fontAlgn="base" hangingPunct="0">
        <a:spcBef>
          <a:spcPct val="0"/>
        </a:spcBef>
        <a:spcAft>
          <a:spcPct val="0"/>
        </a:spcAft>
        <a:defRPr sz="4000">
          <a:solidFill>
            <a:schemeClr val="tx1"/>
          </a:solidFill>
          <a:latin typeface="+mj-lt"/>
          <a:ea typeface="+mj-ea"/>
          <a:cs typeface="+mj-cs"/>
        </a:defRPr>
      </a:lvl1pPr>
      <a:lvl2pPr algn="ctr" rtl="0" eaLnBrk="0" fontAlgn="base" hangingPunct="0">
        <a:spcBef>
          <a:spcPct val="0"/>
        </a:spcBef>
        <a:spcAft>
          <a:spcPct val="0"/>
        </a:spcAft>
        <a:defRPr sz="4000">
          <a:solidFill>
            <a:schemeClr val="tx2"/>
          </a:solidFill>
          <a:latin typeface="Arial" pitchFamily="-112" charset="0"/>
          <a:ea typeface="Osaka" pitchFamily="-112" charset="-128"/>
          <a:cs typeface="Osaka" pitchFamily="-112" charset="-128"/>
        </a:defRPr>
      </a:lvl2pPr>
      <a:lvl3pPr algn="ctr" rtl="0" eaLnBrk="0" fontAlgn="base" hangingPunct="0">
        <a:spcBef>
          <a:spcPct val="0"/>
        </a:spcBef>
        <a:spcAft>
          <a:spcPct val="0"/>
        </a:spcAft>
        <a:defRPr sz="4000">
          <a:solidFill>
            <a:schemeClr val="tx2"/>
          </a:solidFill>
          <a:latin typeface="Arial" pitchFamily="-112" charset="0"/>
          <a:ea typeface="Osaka" pitchFamily="-112" charset="-128"/>
          <a:cs typeface="Osaka" pitchFamily="-112" charset="-128"/>
        </a:defRPr>
      </a:lvl3pPr>
      <a:lvl4pPr algn="ctr" rtl="0" eaLnBrk="0" fontAlgn="base" hangingPunct="0">
        <a:spcBef>
          <a:spcPct val="0"/>
        </a:spcBef>
        <a:spcAft>
          <a:spcPct val="0"/>
        </a:spcAft>
        <a:defRPr sz="4000">
          <a:solidFill>
            <a:schemeClr val="tx2"/>
          </a:solidFill>
          <a:latin typeface="Arial" pitchFamily="-112" charset="0"/>
          <a:ea typeface="Osaka" pitchFamily="-112" charset="-128"/>
          <a:cs typeface="Osaka" pitchFamily="-112" charset="-128"/>
        </a:defRPr>
      </a:lvl4pPr>
      <a:lvl5pPr algn="ctr" rtl="0" eaLnBrk="0" fontAlgn="base" hangingPunct="0">
        <a:spcBef>
          <a:spcPct val="0"/>
        </a:spcBef>
        <a:spcAft>
          <a:spcPct val="0"/>
        </a:spcAft>
        <a:defRPr sz="4000">
          <a:solidFill>
            <a:schemeClr val="tx2"/>
          </a:solidFill>
          <a:latin typeface="Arial" pitchFamily="-112" charset="0"/>
          <a:ea typeface="Osaka" pitchFamily="-112" charset="-128"/>
          <a:cs typeface="Osaka" pitchFamily="-112" charset="-128"/>
        </a:defRPr>
      </a:lvl5pPr>
      <a:lvl6pPr marL="457200" algn="ctr" rtl="0" fontAlgn="base">
        <a:spcBef>
          <a:spcPct val="0"/>
        </a:spcBef>
        <a:spcAft>
          <a:spcPct val="0"/>
        </a:spcAft>
        <a:defRPr sz="4000">
          <a:solidFill>
            <a:schemeClr val="tx2"/>
          </a:solidFill>
          <a:latin typeface="Arial" pitchFamily="-112" charset="0"/>
          <a:ea typeface="Osaka" pitchFamily="-112" charset="-128"/>
          <a:cs typeface="Osaka" pitchFamily="-112" charset="-128"/>
        </a:defRPr>
      </a:lvl6pPr>
      <a:lvl7pPr marL="914400" algn="ctr" rtl="0" fontAlgn="base">
        <a:spcBef>
          <a:spcPct val="0"/>
        </a:spcBef>
        <a:spcAft>
          <a:spcPct val="0"/>
        </a:spcAft>
        <a:defRPr sz="4000">
          <a:solidFill>
            <a:schemeClr val="tx2"/>
          </a:solidFill>
          <a:latin typeface="Arial" pitchFamily="-112" charset="0"/>
          <a:ea typeface="Osaka" pitchFamily="-112" charset="-128"/>
          <a:cs typeface="Osaka" pitchFamily="-112" charset="-128"/>
        </a:defRPr>
      </a:lvl7pPr>
      <a:lvl8pPr marL="1371600" algn="ctr" rtl="0" fontAlgn="base">
        <a:spcBef>
          <a:spcPct val="0"/>
        </a:spcBef>
        <a:spcAft>
          <a:spcPct val="0"/>
        </a:spcAft>
        <a:defRPr sz="4000">
          <a:solidFill>
            <a:schemeClr val="tx2"/>
          </a:solidFill>
          <a:latin typeface="Arial" pitchFamily="-112" charset="0"/>
          <a:ea typeface="Osaka" pitchFamily="-112" charset="-128"/>
          <a:cs typeface="Osaka" pitchFamily="-112" charset="-128"/>
        </a:defRPr>
      </a:lvl8pPr>
      <a:lvl9pPr marL="1828800" algn="ctr" rtl="0" fontAlgn="base">
        <a:spcBef>
          <a:spcPct val="0"/>
        </a:spcBef>
        <a:spcAft>
          <a:spcPct val="0"/>
        </a:spcAft>
        <a:defRPr sz="4000">
          <a:solidFill>
            <a:schemeClr val="tx2"/>
          </a:solidFill>
          <a:latin typeface="Arial" pitchFamily="-112" charset="0"/>
          <a:ea typeface="Osaka" pitchFamily="-112" charset="-128"/>
          <a:cs typeface="Osaka" pitchFamily="-112" charset="-128"/>
        </a:defRPr>
      </a:lvl9pPr>
    </p:titleStyle>
    <p:bodyStyle>
      <a:lvl1pPr marL="342900" indent="-342900" algn="l" rtl="0" eaLnBrk="0" fontAlgn="base" hangingPunct="0">
        <a:spcBef>
          <a:spcPct val="20000"/>
        </a:spcBef>
        <a:spcAft>
          <a:spcPct val="0"/>
        </a:spcAft>
        <a:buChar char="•"/>
        <a:defRPr sz="24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rtl="0" eaLnBrk="0" fontAlgn="base" hangingPunct="0">
        <a:spcBef>
          <a:spcPct val="20000"/>
        </a:spcBef>
        <a:spcAft>
          <a:spcPct val="0"/>
        </a:spcAft>
        <a:buChar char="–"/>
        <a:defRPr sz="20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rtl="0" eaLnBrk="0" fontAlgn="base" hangingPunct="0">
        <a:spcBef>
          <a:spcPct val="20000"/>
        </a:spcBef>
        <a:spcAft>
          <a:spcPct val="0"/>
        </a:spcAft>
        <a:buChar char="•"/>
        <a:defRPr sz="16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rtl="0" eaLnBrk="0" fontAlgn="base" hangingPunct="0">
        <a:spcBef>
          <a:spcPct val="20000"/>
        </a:spcBef>
        <a:spcAft>
          <a:spcPct val="0"/>
        </a:spcAft>
        <a:buChar char="–"/>
        <a:defRPr sz="14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rtl="0" eaLnBrk="0" fontAlgn="base" hangingPunct="0">
        <a:spcBef>
          <a:spcPct val="20000"/>
        </a:spcBef>
        <a:spcAft>
          <a:spcPct val="0"/>
        </a:spcAft>
        <a:buChar char="»"/>
        <a:defRPr sz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rtl="0" fontAlgn="base">
        <a:spcBef>
          <a:spcPct val="20000"/>
        </a:spcBef>
        <a:spcAft>
          <a:spcPct val="0"/>
        </a:spcAft>
        <a:buChar char="»"/>
        <a:defRPr sz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rtl="0" fontAlgn="base">
        <a:spcBef>
          <a:spcPct val="20000"/>
        </a:spcBef>
        <a:spcAft>
          <a:spcPct val="0"/>
        </a:spcAft>
        <a:buChar char="»"/>
        <a:defRPr sz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rtl="0" fontAlgn="base">
        <a:spcBef>
          <a:spcPct val="20000"/>
        </a:spcBef>
        <a:spcAft>
          <a:spcPct val="0"/>
        </a:spcAft>
        <a:buChar char="»"/>
        <a:defRPr sz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rtl="0" fontAlgn="base">
        <a:spcBef>
          <a:spcPct val="20000"/>
        </a:spcBef>
        <a:spcAft>
          <a:spcPct val="0"/>
        </a:spcAft>
        <a:buChar char="»"/>
        <a:defRPr sz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emf"/><Relationship Id="rId7" Type="http://schemas.openxmlformats.org/officeDocument/2006/relationships/image" Target="../media/image11.emf"/><Relationship Id="rId2" Type="http://schemas.openxmlformats.org/officeDocument/2006/relationships/image" Target="../media/image6.emf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0.emf"/><Relationship Id="rId5" Type="http://schemas.openxmlformats.org/officeDocument/2006/relationships/image" Target="../media/image9.emf"/><Relationship Id="rId4" Type="http://schemas.openxmlformats.org/officeDocument/2006/relationships/image" Target="../media/image8.emf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2.xml"/><Relationship Id="rId4" Type="http://schemas.openxmlformats.org/officeDocument/2006/relationships/image" Target="../media/image19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2.xml"/><Relationship Id="rId5" Type="http://schemas.openxmlformats.org/officeDocument/2006/relationships/image" Target="../media/image22.png"/><Relationship Id="rId4" Type="http://schemas.openxmlformats.org/officeDocument/2006/relationships/image" Target="../media/image21.png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2.xml"/><Relationship Id="rId4" Type="http://schemas.openxmlformats.org/officeDocument/2006/relationships/image" Target="../media/image28.png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2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2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2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2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2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2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2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2.xml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2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2.xml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JP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2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2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2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2.xml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emf"/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emf"/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34.emf"/><Relationship Id="rId4" Type="http://schemas.openxmlformats.org/officeDocument/2006/relationships/image" Target="../media/image33.png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5.png"/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5.png"/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5.png"/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.emf"/><Relationship Id="rId2" Type="http://schemas.openxmlformats.org/officeDocument/2006/relationships/image" Target="../media/image36.png"/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.emf"/><Relationship Id="rId2" Type="http://schemas.openxmlformats.org/officeDocument/2006/relationships/image" Target="../media/image36.png"/><Relationship Id="rId1" Type="http://schemas.openxmlformats.org/officeDocument/2006/relationships/slideLayout" Target="../slideLayouts/slideLayout2.xml"/></Relationships>
</file>

<file path=ppt/slides/_rels/slide4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.emf"/><Relationship Id="rId2" Type="http://schemas.openxmlformats.org/officeDocument/2006/relationships/image" Target="../media/image36.png"/><Relationship Id="rId1" Type="http://schemas.openxmlformats.org/officeDocument/2006/relationships/slideLayout" Target="../slideLayouts/slideLayout2.xml"/></Relationships>
</file>

<file path=ppt/slides/_rels/slide4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7.png"/><Relationship Id="rId1" Type="http://schemas.openxmlformats.org/officeDocument/2006/relationships/slideLayout" Target="../slideLayouts/slideLayout2.xml"/></Relationships>
</file>

<file path=ppt/slides/_rels/slide4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8.png"/><Relationship Id="rId1" Type="http://schemas.openxmlformats.org/officeDocument/2006/relationships/slideLayout" Target="../slideLayouts/slideLayout2.xml"/></Relationships>
</file>

<file path=ppt/slides/_rels/slide4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9.png"/><Relationship Id="rId1" Type="http://schemas.openxmlformats.org/officeDocument/2006/relationships/slideLayout" Target="../slideLayouts/slideLayout2.xml"/></Relationships>
</file>

<file path=ppt/slides/_rels/slide4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9.png"/><Relationship Id="rId1" Type="http://schemas.openxmlformats.org/officeDocument/2006/relationships/slideLayout" Target="../slideLayouts/slideLayout2.xml"/></Relationships>
</file>

<file path=ppt/slides/_rels/slide5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9.png"/><Relationship Id="rId1" Type="http://schemas.openxmlformats.org/officeDocument/2006/relationships/slideLayout" Target="../slideLayouts/slideLayout2.xml"/></Relationships>
</file>

<file path=ppt/slides/_rels/slide5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9.png"/><Relationship Id="rId1" Type="http://schemas.openxmlformats.org/officeDocument/2006/relationships/slideLayout" Target="../slideLayouts/slideLayout2.xml"/></Relationships>
</file>

<file path=ppt/slides/_rels/slide5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9.png"/><Relationship Id="rId1" Type="http://schemas.openxmlformats.org/officeDocument/2006/relationships/slideLayout" Target="../slideLayouts/slideLayout2.xml"/></Relationships>
</file>

<file path=ppt/slides/_rels/slide5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9.png"/><Relationship Id="rId1" Type="http://schemas.openxmlformats.org/officeDocument/2006/relationships/slideLayout" Target="../slideLayouts/slideLayout2.xml"/></Relationships>
</file>

<file path=ppt/slides/_rels/slide5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0.png"/><Relationship Id="rId2" Type="http://schemas.openxmlformats.org/officeDocument/2006/relationships/image" Target="../media/image39.png"/><Relationship Id="rId1" Type="http://schemas.openxmlformats.org/officeDocument/2006/relationships/slideLayout" Target="../slideLayouts/slideLayout2.xml"/></Relationships>
</file>

<file path=ppt/slides/_rels/slide5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1.png"/><Relationship Id="rId2" Type="http://schemas.openxmlformats.org/officeDocument/2006/relationships/image" Target="../media/image39.png"/><Relationship Id="rId1" Type="http://schemas.openxmlformats.org/officeDocument/2006/relationships/slideLayout" Target="../slideLayouts/slideLayout2.xml"/></Relationships>
</file>

<file path=ppt/slides/_rels/slide5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2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2.xml"/></Relationships>
</file>

<file path=ppt/slides/_rels/slide57.xml.rels><?xml version="1.0" encoding="UTF-8" standalone="yes"?>
<Relationships xmlns="http://schemas.openxmlformats.org/package/2006/relationships"><Relationship Id="rId2" Type="http://schemas.openxmlformats.org/officeDocument/2006/relationships/image" Target="../media/image43.png"/><Relationship Id="rId1" Type="http://schemas.openxmlformats.org/officeDocument/2006/relationships/slideLayout" Target="../slideLayouts/slideLayout2.xml"/></Relationships>
</file>

<file path=ppt/slides/_rels/slide5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381000"/>
            <a:ext cx="7772400" cy="2209800"/>
          </a:xfrm>
        </p:spPr>
        <p:txBody>
          <a:bodyPr>
            <a:normAutofit/>
          </a:bodyPr>
          <a:lstStyle/>
          <a:p>
            <a:r>
              <a:rPr lang="en-US" dirty="0"/>
              <a:t>Neural Networks. </a:t>
            </a:r>
            <a:br>
              <a:rPr lang="en-US" dirty="0"/>
            </a:br>
            <a:r>
              <a:rPr lang="en-US" dirty="0"/>
              <a:t>Backprop. </a:t>
            </a:r>
            <a:br>
              <a:rPr lang="en-US" dirty="0"/>
            </a:br>
            <a:r>
              <a:rPr lang="en-US"/>
              <a:t>Modular Design</a:t>
            </a:r>
            <a:endParaRPr lang="en-US" sz="3200" dirty="0"/>
          </a:p>
        </p:txBody>
      </p:sp>
      <p:sp>
        <p:nvSpPr>
          <p:cNvPr id="6" name="TextShape 2">
            <a:extLst>
              <a:ext uri="{FF2B5EF4-FFF2-40B4-BE49-F238E27FC236}">
                <a16:creationId xmlns:a16="http://schemas.microsoft.com/office/drawing/2014/main" id="{B9B1AD32-7630-004A-82EB-01397F95C26B}"/>
              </a:ext>
            </a:extLst>
          </p:cNvPr>
          <p:cNvSpPr txBox="1"/>
          <p:nvPr/>
        </p:nvSpPr>
        <p:spPr>
          <a:xfrm>
            <a:off x="36180" y="3217538"/>
            <a:ext cx="9071640" cy="3259462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ctr"/>
          <a:lstStyle/>
          <a:p>
            <a:pPr algn="ctr">
              <a:spcBef>
                <a:spcPts val="799"/>
              </a:spcBef>
            </a:pPr>
            <a:r>
              <a:rPr lang="en-US" sz="3200" b="0" strike="noStrike" spc="-1" dirty="0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Arial"/>
              </a:rPr>
              <a:t>Radu Ionescu, Prof. PhD.</a:t>
            </a:r>
          </a:p>
          <a:p>
            <a:pPr algn="ctr">
              <a:spcBef>
                <a:spcPts val="799"/>
              </a:spcBef>
            </a:pPr>
            <a:r>
              <a:rPr lang="en-US" sz="3200" b="0" strike="noStrike" spc="-1" dirty="0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Arial"/>
              </a:rPr>
              <a:t>raducu.ionescu@gmail.com</a:t>
            </a:r>
          </a:p>
          <a:p>
            <a:pPr algn="ctr">
              <a:spcBef>
                <a:spcPts val="799"/>
              </a:spcBef>
            </a:pPr>
            <a:endParaRPr lang="en-US" sz="3200" b="0" strike="noStrike" spc="-1" dirty="0">
              <a:solidFill>
                <a:srgbClr val="000000"/>
              </a:solidFill>
              <a:uFill>
                <a:solidFill>
                  <a:srgbClr val="FFFFFF"/>
                </a:solidFill>
              </a:uFill>
              <a:latin typeface="Arial"/>
            </a:endParaRPr>
          </a:p>
          <a:p>
            <a:pPr algn="ctr">
              <a:spcBef>
                <a:spcPts val="799"/>
              </a:spcBef>
            </a:pPr>
            <a:r>
              <a:rPr lang="en-US" sz="3200" b="0" strike="noStrike" spc="-1" dirty="0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Arial"/>
              </a:rPr>
              <a:t>Faculty of Mathematics and Computer Science</a:t>
            </a:r>
          </a:p>
          <a:p>
            <a:pPr algn="ctr">
              <a:spcBef>
                <a:spcPts val="799"/>
              </a:spcBef>
            </a:pPr>
            <a:r>
              <a:rPr lang="en-US" sz="3200" b="0" strike="noStrike" spc="-1" dirty="0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Arial"/>
              </a:rPr>
              <a:t>University of Bucharest</a:t>
            </a:r>
          </a:p>
        </p:txBody>
      </p:sp>
    </p:spTree>
    <p:extLst>
      <p:ext uri="{BB962C8B-B14F-4D97-AF65-F5344CB8AC3E}">
        <p14:creationId xmlns:p14="http://schemas.microsoft.com/office/powerpoint/2010/main" val="268447864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Plan for Today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Notation + Setup</a:t>
            </a:r>
          </a:p>
          <a:p>
            <a:r>
              <a:rPr lang="en-US" dirty="0"/>
              <a:t>Neural Networks</a:t>
            </a:r>
          </a:p>
          <a:p>
            <a:r>
              <a:rPr lang="en-US" dirty="0"/>
              <a:t>Chain Rule + </a:t>
            </a:r>
            <a:r>
              <a:rPr lang="en-US" dirty="0" err="1"/>
              <a:t>Backprop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59718912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Supervised Learning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600200"/>
            <a:ext cx="8229600" cy="4983162"/>
          </a:xfrm>
        </p:spPr>
        <p:txBody>
          <a:bodyPr>
            <a:normAutofit fontScale="62500" lnSpcReduction="20000"/>
          </a:bodyPr>
          <a:lstStyle/>
          <a:p>
            <a:r>
              <a:rPr lang="en-US" dirty="0"/>
              <a:t>Input: x (images, text, emails…)</a:t>
            </a:r>
          </a:p>
          <a:p>
            <a:endParaRPr lang="en-US" dirty="0"/>
          </a:p>
          <a:p>
            <a:r>
              <a:rPr lang="en-US" dirty="0"/>
              <a:t>Output: y (spam or non-spam…)</a:t>
            </a:r>
          </a:p>
          <a:p>
            <a:endParaRPr lang="en-US" dirty="0"/>
          </a:p>
          <a:p>
            <a:r>
              <a:rPr lang="en-US" dirty="0"/>
              <a:t>(Unknown) Target Function</a:t>
            </a:r>
          </a:p>
          <a:p>
            <a:pPr lvl="1"/>
            <a:r>
              <a:rPr lang="en-US" dirty="0"/>
              <a:t>f: X </a:t>
            </a:r>
            <a:r>
              <a:rPr lang="en-US" dirty="0">
                <a:sym typeface="Wingdings"/>
              </a:rPr>
              <a:t></a:t>
            </a:r>
            <a:r>
              <a:rPr lang="en-US" dirty="0"/>
              <a:t> Y (the “true” mapping / reality)</a:t>
            </a:r>
          </a:p>
          <a:p>
            <a:endParaRPr lang="en-US" dirty="0"/>
          </a:p>
          <a:p>
            <a:r>
              <a:rPr lang="en-US" dirty="0"/>
              <a:t>Data  </a:t>
            </a:r>
          </a:p>
          <a:p>
            <a:pPr lvl="1"/>
            <a:r>
              <a:rPr lang="en-US" dirty="0"/>
              <a:t>(x</a:t>
            </a:r>
            <a:r>
              <a:rPr lang="en-US" baseline="-25000" dirty="0"/>
              <a:t>1</a:t>
            </a:r>
            <a:r>
              <a:rPr lang="en-US" dirty="0"/>
              <a:t>,y</a:t>
            </a:r>
            <a:r>
              <a:rPr lang="en-US" baseline="-25000" dirty="0"/>
              <a:t>1</a:t>
            </a:r>
            <a:r>
              <a:rPr lang="en-US" dirty="0"/>
              <a:t>), (x</a:t>
            </a:r>
            <a:r>
              <a:rPr lang="en-US" baseline="-25000" dirty="0"/>
              <a:t>2</a:t>
            </a:r>
            <a:r>
              <a:rPr lang="en-US" dirty="0"/>
              <a:t>,y</a:t>
            </a:r>
            <a:r>
              <a:rPr lang="en-US" baseline="-25000" dirty="0"/>
              <a:t>2</a:t>
            </a:r>
            <a:r>
              <a:rPr lang="en-US" dirty="0"/>
              <a:t>), …, (</a:t>
            </a:r>
            <a:r>
              <a:rPr lang="en-US" dirty="0" err="1"/>
              <a:t>x</a:t>
            </a:r>
            <a:r>
              <a:rPr lang="en-US" baseline="-25000" dirty="0" err="1"/>
              <a:t>N</a:t>
            </a:r>
            <a:r>
              <a:rPr lang="en-US" dirty="0" err="1"/>
              <a:t>,y</a:t>
            </a:r>
            <a:r>
              <a:rPr lang="en-US" baseline="-25000" dirty="0" err="1"/>
              <a:t>N</a:t>
            </a:r>
            <a:r>
              <a:rPr lang="en-US" dirty="0"/>
              <a:t>)</a:t>
            </a:r>
          </a:p>
          <a:p>
            <a:endParaRPr lang="en-US" dirty="0"/>
          </a:p>
          <a:p>
            <a:r>
              <a:rPr lang="en-US" dirty="0"/>
              <a:t>Model / Hypothesis Class</a:t>
            </a:r>
          </a:p>
          <a:p>
            <a:pPr lvl="1"/>
            <a:r>
              <a:rPr lang="en-US" dirty="0"/>
              <a:t>g: X </a:t>
            </a:r>
            <a:r>
              <a:rPr lang="en-US" dirty="0">
                <a:sym typeface="Wingdings"/>
              </a:rPr>
              <a:t></a:t>
            </a:r>
            <a:r>
              <a:rPr lang="en-US" dirty="0"/>
              <a:t> Y</a:t>
            </a:r>
          </a:p>
          <a:p>
            <a:pPr lvl="1"/>
            <a:r>
              <a:rPr lang="en-US" dirty="0"/>
              <a:t>y = g(x) = sign(</a:t>
            </a:r>
            <a:r>
              <a:rPr lang="en-US" dirty="0" err="1"/>
              <a:t>w</a:t>
            </a:r>
            <a:r>
              <a:rPr lang="en-US" baseline="30000" dirty="0" err="1"/>
              <a:t>T</a:t>
            </a:r>
            <a:r>
              <a:rPr lang="en-US" dirty="0" err="1"/>
              <a:t>x</a:t>
            </a:r>
            <a:r>
              <a:rPr lang="en-US" dirty="0"/>
              <a:t>)</a:t>
            </a:r>
          </a:p>
          <a:p>
            <a:endParaRPr lang="en-US" dirty="0"/>
          </a:p>
          <a:p>
            <a:r>
              <a:rPr lang="en-US" dirty="0"/>
              <a:t>Learning = Search in hypothesis space</a:t>
            </a:r>
          </a:p>
          <a:p>
            <a:pPr lvl="1"/>
            <a:r>
              <a:rPr lang="en-US" dirty="0"/>
              <a:t>Find best g in model class</a:t>
            </a:r>
          </a:p>
        </p:txBody>
      </p:sp>
    </p:spTree>
    <p:extLst>
      <p:ext uri="{BB962C8B-B14F-4D97-AF65-F5344CB8AC3E}">
        <p14:creationId xmlns:p14="http://schemas.microsoft.com/office/powerpoint/2010/main" val="311559098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228600"/>
            <a:ext cx="9144000" cy="685800"/>
          </a:xfrm>
        </p:spPr>
        <p:txBody>
          <a:bodyPr>
            <a:normAutofit fontScale="90000"/>
          </a:bodyPr>
          <a:lstStyle/>
          <a:p>
            <a:r>
              <a:rPr lang="en-US" dirty="0"/>
              <a:t>Basic Steps of Supervised Learning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143000"/>
            <a:ext cx="8229600" cy="5410200"/>
          </a:xfrm>
        </p:spPr>
        <p:txBody>
          <a:bodyPr>
            <a:normAutofit fontScale="55000" lnSpcReduction="20000"/>
          </a:bodyPr>
          <a:lstStyle/>
          <a:p>
            <a:r>
              <a:rPr lang="en-US" b="1" dirty="0"/>
              <a:t>Set up</a:t>
            </a:r>
            <a:r>
              <a:rPr lang="en-US" dirty="0"/>
              <a:t> a supervised learning problem </a:t>
            </a:r>
          </a:p>
          <a:p>
            <a:endParaRPr lang="en-US" b="1" dirty="0"/>
          </a:p>
          <a:p>
            <a:r>
              <a:rPr lang="en-US" b="1" dirty="0"/>
              <a:t>Data collection </a:t>
            </a:r>
          </a:p>
          <a:p>
            <a:pPr lvl="1"/>
            <a:r>
              <a:rPr lang="en-US" dirty="0"/>
              <a:t>Start with training data for which we know the correct outcome provided by a teacher or oracle. </a:t>
            </a:r>
          </a:p>
          <a:p>
            <a:endParaRPr lang="en-US" b="1" dirty="0"/>
          </a:p>
          <a:p>
            <a:r>
              <a:rPr lang="en-US" b="1" dirty="0"/>
              <a:t>Representation </a:t>
            </a:r>
          </a:p>
          <a:p>
            <a:pPr lvl="1"/>
            <a:r>
              <a:rPr lang="en-US" dirty="0"/>
              <a:t>Choose how to represent the data. </a:t>
            </a:r>
          </a:p>
          <a:p>
            <a:endParaRPr lang="en-US" b="1" dirty="0"/>
          </a:p>
          <a:p>
            <a:r>
              <a:rPr lang="en-US" b="1" dirty="0"/>
              <a:t>Modeling</a:t>
            </a:r>
            <a:r>
              <a:rPr lang="en-US" dirty="0"/>
              <a:t> </a:t>
            </a:r>
          </a:p>
          <a:p>
            <a:pPr lvl="1"/>
            <a:r>
              <a:rPr lang="en-US" dirty="0"/>
              <a:t>Choose a hypothesis class: H = {g: X </a:t>
            </a:r>
            <a:r>
              <a:rPr lang="en-US" dirty="0">
                <a:sym typeface="Wingdings"/>
              </a:rPr>
              <a:t></a:t>
            </a:r>
            <a:r>
              <a:rPr lang="en-US" dirty="0"/>
              <a:t> Y}</a:t>
            </a:r>
          </a:p>
          <a:p>
            <a:endParaRPr lang="en-US" b="1" dirty="0"/>
          </a:p>
          <a:p>
            <a:r>
              <a:rPr lang="en-US" b="1" dirty="0"/>
              <a:t>Learning/Estimation</a:t>
            </a:r>
            <a:r>
              <a:rPr lang="en-US" dirty="0"/>
              <a:t> </a:t>
            </a:r>
          </a:p>
          <a:p>
            <a:pPr lvl="1"/>
            <a:r>
              <a:rPr lang="en-US" dirty="0"/>
              <a:t>Find best hypothesis you can in the chosen class. </a:t>
            </a:r>
          </a:p>
          <a:p>
            <a:endParaRPr lang="en-US" dirty="0"/>
          </a:p>
          <a:p>
            <a:r>
              <a:rPr lang="en-US" b="1" dirty="0"/>
              <a:t>Model Selection</a:t>
            </a:r>
          </a:p>
          <a:p>
            <a:pPr lvl="1"/>
            <a:r>
              <a:rPr lang="en-US" dirty="0"/>
              <a:t>Try different models. Picks the best one. (More on this later)</a:t>
            </a:r>
          </a:p>
          <a:p>
            <a:endParaRPr lang="en-US" dirty="0"/>
          </a:p>
          <a:p>
            <a:r>
              <a:rPr lang="en-US" dirty="0"/>
              <a:t>If happy, stop</a:t>
            </a:r>
          </a:p>
          <a:p>
            <a:pPr lvl="1"/>
            <a:r>
              <a:rPr lang="en-US" dirty="0"/>
              <a:t>Else refine one or more of the above</a:t>
            </a:r>
          </a:p>
        </p:txBody>
      </p:sp>
    </p:spTree>
    <p:extLst>
      <p:ext uri="{BB962C8B-B14F-4D97-AF65-F5344CB8AC3E}">
        <p14:creationId xmlns:p14="http://schemas.microsoft.com/office/powerpoint/2010/main" val="237212533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7" end="1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8" end="1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Error Decomposition</a:t>
            </a:r>
          </a:p>
        </p:txBody>
      </p:sp>
      <p:grpSp>
        <p:nvGrpSpPr>
          <p:cNvPr id="8" name="Group 7"/>
          <p:cNvGrpSpPr/>
          <p:nvPr/>
        </p:nvGrpSpPr>
        <p:grpSpPr>
          <a:xfrm>
            <a:off x="6019800" y="1371600"/>
            <a:ext cx="1094648" cy="369332"/>
            <a:chOff x="6096000" y="1371600"/>
            <a:chExt cx="1094648" cy="369332"/>
          </a:xfrm>
        </p:grpSpPr>
        <p:sp>
          <p:nvSpPr>
            <p:cNvPr id="15" name="Oval 14"/>
            <p:cNvSpPr>
              <a:spLocks noChangeAspect="1"/>
            </p:cNvSpPr>
            <p:nvPr/>
          </p:nvSpPr>
          <p:spPr bwMode="auto">
            <a:xfrm>
              <a:off x="6096000" y="1502955"/>
              <a:ext cx="137160" cy="137160"/>
            </a:xfrm>
            <a:prstGeom prst="ellipse">
              <a:avLst/>
            </a:prstGeom>
            <a:ln>
              <a:headEnd type="none" w="med" len="med"/>
              <a:tailEnd type="none" w="med" len="med"/>
            </a:ln>
          </p:spPr>
          <p:style>
            <a:lnRef idx="1">
              <a:schemeClr val="accent2"/>
            </a:lnRef>
            <a:fillRef idx="3">
              <a:schemeClr val="accent2"/>
            </a:fillRef>
            <a:effectRef idx="2">
              <a:schemeClr val="accent2"/>
            </a:effectRef>
            <a:fontRef idx="minor">
              <a:schemeClr val="lt1"/>
            </a:fontRef>
          </p:style>
          <p:txBody>
            <a:bodyPr vert="horz" wrap="none" lIns="91440" tIns="45720" rIns="91440" bIns="45720" numCol="1" rtlCol="0" anchor="ctr" anchorCtr="0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0" fontAlgn="base" latinLnBrk="0" hangingPunct="0">
                <a:lnSpc>
                  <a:spcPct val="100000"/>
                </a:lnSpc>
                <a:spcBef>
                  <a:spcPct val="5000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en-US" sz="12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itchFamily="-112" charset="0"/>
                <a:ea typeface="ＭＳ Ｐゴシック" pitchFamily="-112" charset="-128"/>
                <a:cs typeface="ＭＳ Ｐゴシック" pitchFamily="-112" charset="-128"/>
              </a:endParaRPr>
            </a:p>
          </p:txBody>
        </p:sp>
        <p:sp>
          <p:nvSpPr>
            <p:cNvPr id="16" name="TextBox 15"/>
            <p:cNvSpPr txBox="1"/>
            <p:nvPr/>
          </p:nvSpPr>
          <p:spPr>
            <a:xfrm>
              <a:off x="6300410" y="1371600"/>
              <a:ext cx="89023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800" dirty="0">
                  <a:solidFill>
                    <a:srgbClr val="FF0000"/>
                  </a:solidFill>
                </a:rPr>
                <a:t>Reality</a:t>
              </a:r>
            </a:p>
          </p:txBody>
        </p:sp>
      </p:grpSp>
      <p:grpSp>
        <p:nvGrpSpPr>
          <p:cNvPr id="11" name="Group 10"/>
          <p:cNvGrpSpPr/>
          <p:nvPr/>
        </p:nvGrpSpPr>
        <p:grpSpPr>
          <a:xfrm>
            <a:off x="4876079" y="1620028"/>
            <a:ext cx="1404445" cy="1006099"/>
            <a:chOff x="4952279" y="1620028"/>
            <a:chExt cx="1404445" cy="1006099"/>
          </a:xfrm>
        </p:grpSpPr>
        <p:cxnSp>
          <p:nvCxnSpPr>
            <p:cNvPr id="29" name="Straight Arrow Connector 28"/>
            <p:cNvCxnSpPr>
              <a:stCxn id="27" idx="7"/>
              <a:endCxn id="15" idx="3"/>
            </p:cNvCxnSpPr>
            <p:nvPr/>
          </p:nvCxnSpPr>
          <p:spPr bwMode="auto">
            <a:xfrm flipV="1">
              <a:off x="5009113" y="1620028"/>
              <a:ext cx="1106974" cy="1006099"/>
            </a:xfrm>
            <a:prstGeom prst="straightConnector1">
              <a:avLst/>
            </a:prstGeom>
            <a:solidFill>
              <a:schemeClr val="accent1"/>
            </a:solidFill>
            <a:ln w="12700" cap="flat" cmpd="sng" algn="ctr">
              <a:solidFill>
                <a:schemeClr val="tx1"/>
              </a:solidFill>
              <a:prstDash val="solid"/>
              <a:round/>
              <a:headEnd type="arrow"/>
              <a:tailEnd type="arrow"/>
            </a:ln>
            <a:effectLst/>
          </p:spPr>
        </p:cxnSp>
        <p:sp>
          <p:nvSpPr>
            <p:cNvPr id="30" name="TextBox 29"/>
            <p:cNvSpPr txBox="1"/>
            <p:nvPr/>
          </p:nvSpPr>
          <p:spPr>
            <a:xfrm rot="19062357">
              <a:off x="4952279" y="2073172"/>
              <a:ext cx="1404445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400" dirty="0"/>
                <a:t>Modeling Error</a:t>
              </a:r>
            </a:p>
          </p:txBody>
        </p:sp>
      </p:grpSp>
      <p:grpSp>
        <p:nvGrpSpPr>
          <p:cNvPr id="10" name="Group 9"/>
          <p:cNvGrpSpPr/>
          <p:nvPr/>
        </p:nvGrpSpPr>
        <p:grpSpPr>
          <a:xfrm>
            <a:off x="838200" y="1813560"/>
            <a:ext cx="5334000" cy="3672840"/>
            <a:chOff x="914400" y="1813560"/>
            <a:chExt cx="5334000" cy="3672840"/>
          </a:xfrm>
        </p:grpSpPr>
        <p:sp>
          <p:nvSpPr>
            <p:cNvPr id="25" name="Oval 24"/>
            <p:cNvSpPr/>
            <p:nvPr/>
          </p:nvSpPr>
          <p:spPr bwMode="auto">
            <a:xfrm>
              <a:off x="914400" y="2438400"/>
              <a:ext cx="5334000" cy="3048000"/>
            </a:xfrm>
            <a:prstGeom prst="ellipse">
              <a:avLst/>
            </a:prstGeom>
            <a:ln>
              <a:headEnd type="none" w="med" len="med"/>
              <a:tailEnd type="none" w="med" len="med"/>
            </a:ln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vert="horz" wrap="none" lIns="91440" tIns="45720" rIns="91440" bIns="45720" numCol="1" rtlCol="0" anchor="ctr" anchorCtr="0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0" fontAlgn="base" latinLnBrk="0" hangingPunct="0">
                <a:lnSpc>
                  <a:spcPct val="100000"/>
                </a:lnSpc>
                <a:spcBef>
                  <a:spcPct val="5000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en-US" sz="12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itchFamily="-112" charset="0"/>
                <a:ea typeface="ＭＳ Ｐゴシック" pitchFamily="-112" charset="-128"/>
                <a:cs typeface="ＭＳ Ｐゴシック" pitchFamily="-112" charset="-128"/>
              </a:endParaRPr>
            </a:p>
          </p:txBody>
        </p:sp>
        <p:sp>
          <p:nvSpPr>
            <p:cNvPr id="26" name="TextBox 25"/>
            <p:cNvSpPr txBox="1"/>
            <p:nvPr/>
          </p:nvSpPr>
          <p:spPr>
            <a:xfrm rot="255972">
              <a:off x="3297294" y="2286000"/>
              <a:ext cx="1403412" cy="369332"/>
            </a:xfrm>
            <a:prstGeom prst="rect">
              <a:avLst/>
            </a:prstGeom>
            <a:solidFill>
              <a:schemeClr val="bg1"/>
            </a:solidFill>
          </p:spPr>
          <p:txBody>
            <a:bodyPr wrap="none" rtlCol="0">
              <a:spAutoFit/>
            </a:bodyPr>
            <a:lstStyle/>
            <a:p>
              <a:r>
                <a:rPr lang="en-US" sz="1800" dirty="0"/>
                <a:t>model class</a:t>
              </a:r>
            </a:p>
          </p:txBody>
        </p:sp>
        <p:grpSp>
          <p:nvGrpSpPr>
            <p:cNvPr id="23" name="Group 284"/>
            <p:cNvGrpSpPr>
              <a:grpSpLocks noChangeAspect="1"/>
            </p:cNvGrpSpPr>
            <p:nvPr/>
          </p:nvGrpSpPr>
          <p:grpSpPr>
            <a:xfrm>
              <a:off x="1587687" y="1813560"/>
              <a:ext cx="1993713" cy="1463040"/>
              <a:chOff x="4435603" y="1066800"/>
              <a:chExt cx="2742310" cy="2012381"/>
            </a:xfrm>
          </p:grpSpPr>
          <p:pic>
            <p:nvPicPr>
              <p:cNvPr id="24" name="Picture 23" descr="2007_004902.jpg"/>
              <p:cNvPicPr>
                <a:picLocks noChangeAspect="1"/>
              </p:cNvPicPr>
              <p:nvPr/>
            </p:nvPicPr>
            <p:blipFill>
              <a:blip r:embed="rId2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4435603" y="1112945"/>
                <a:ext cx="2742310" cy="1966236"/>
              </a:xfrm>
              <a:prstGeom prst="rect">
                <a:avLst/>
              </a:prstGeom>
              <a:scene3d>
                <a:camera prst="orthographicFront">
                  <a:rot lat="954000" lon="18034448" rev="17280000"/>
                </a:camera>
                <a:lightRig rig="threePt" dir="t"/>
              </a:scene3d>
            </p:spPr>
          </p:pic>
          <p:cxnSp>
            <p:nvCxnSpPr>
              <p:cNvPr id="28" name="Straight Connector 27"/>
              <p:cNvCxnSpPr>
                <a:stCxn id="50" idx="5"/>
                <a:endCxn id="42" idx="1"/>
              </p:cNvCxnSpPr>
              <p:nvPr/>
            </p:nvCxnSpPr>
            <p:spPr>
              <a:xfrm>
                <a:off x="5789361" y="1577550"/>
                <a:ext cx="741247" cy="793788"/>
              </a:xfrm>
              <a:prstGeom prst="line">
                <a:avLst/>
              </a:prstGeom>
              <a:ln w="25400">
                <a:solidFill>
                  <a:srgbClr val="FF0000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3" name="Straight Connector 32"/>
              <p:cNvCxnSpPr>
                <a:stCxn id="52" idx="5"/>
                <a:endCxn id="41" idx="1"/>
              </p:cNvCxnSpPr>
              <p:nvPr/>
            </p:nvCxnSpPr>
            <p:spPr>
              <a:xfrm>
                <a:off x="4994207" y="1824117"/>
                <a:ext cx="741247" cy="793788"/>
              </a:xfrm>
              <a:prstGeom prst="line">
                <a:avLst/>
              </a:prstGeom>
              <a:ln w="25400">
                <a:solidFill>
                  <a:srgbClr val="FF0000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4" name="Straight Connector 33"/>
              <p:cNvCxnSpPr>
                <a:stCxn id="51" idx="5"/>
                <a:endCxn id="37" idx="1"/>
              </p:cNvCxnSpPr>
              <p:nvPr/>
            </p:nvCxnSpPr>
            <p:spPr>
              <a:xfrm>
                <a:off x="5391782" y="1700833"/>
                <a:ext cx="741247" cy="793788"/>
              </a:xfrm>
              <a:prstGeom prst="line">
                <a:avLst/>
              </a:prstGeom>
              <a:ln w="25400">
                <a:solidFill>
                  <a:srgbClr val="FF0000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5" name="Straight Connector 34"/>
              <p:cNvCxnSpPr>
                <a:stCxn id="53" idx="5"/>
                <a:endCxn id="45" idx="1"/>
              </p:cNvCxnSpPr>
              <p:nvPr/>
            </p:nvCxnSpPr>
            <p:spPr>
              <a:xfrm>
                <a:off x="4596635" y="1947406"/>
                <a:ext cx="741245" cy="793788"/>
              </a:xfrm>
              <a:prstGeom prst="line">
                <a:avLst/>
              </a:prstGeom>
              <a:ln w="25400">
                <a:solidFill>
                  <a:srgbClr val="FF0000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6" name="Straight Connector 35"/>
              <p:cNvCxnSpPr/>
              <p:nvPr/>
            </p:nvCxnSpPr>
            <p:spPr>
              <a:xfrm flipH="1">
                <a:off x="5441836" y="2411842"/>
                <a:ext cx="1192731" cy="369850"/>
              </a:xfrm>
              <a:prstGeom prst="line">
                <a:avLst/>
              </a:prstGeom>
              <a:ln w="25400">
                <a:solidFill>
                  <a:srgbClr val="FF0000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37" name="Oval 36"/>
              <p:cNvSpPr>
                <a:spLocks noChangeAspect="1"/>
              </p:cNvSpPr>
              <p:nvPr/>
            </p:nvSpPr>
            <p:spPr>
              <a:xfrm>
                <a:off x="6109572" y="2472292"/>
                <a:ext cx="160211" cy="152540"/>
              </a:xfrm>
              <a:prstGeom prst="ellipse">
                <a:avLst/>
              </a:prstGeom>
              <a:gradFill>
                <a:gsLst>
                  <a:gs pos="0">
                    <a:srgbClr val="3F80CD"/>
                  </a:gs>
                  <a:gs pos="100000">
                    <a:srgbClr val="9BC1FF"/>
                  </a:gs>
                </a:gsLst>
              </a:gradFill>
              <a:ln w="0">
                <a:solidFill>
                  <a:srgbClr val="4A7EBB"/>
                </a:solidFill>
              </a:ln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lIns="91427" tIns="45713" rIns="91427" bIns="45713" spcCol="0" rtlCol="0" anchor="ctr"/>
              <a:lstStyle/>
              <a:p>
                <a:pPr algn="ctr"/>
                <a:endParaRPr lang="en-US" baseline="30000"/>
              </a:p>
            </p:txBody>
          </p:sp>
          <p:sp>
            <p:nvSpPr>
              <p:cNvPr id="41" name="Oval 40"/>
              <p:cNvSpPr>
                <a:spLocks noChangeAspect="1"/>
              </p:cNvSpPr>
              <p:nvPr/>
            </p:nvSpPr>
            <p:spPr>
              <a:xfrm>
                <a:off x="5711995" y="2595567"/>
                <a:ext cx="160211" cy="152540"/>
              </a:xfrm>
              <a:prstGeom prst="ellipse">
                <a:avLst/>
              </a:prstGeom>
              <a:gradFill>
                <a:gsLst>
                  <a:gs pos="0">
                    <a:srgbClr val="3F80CD"/>
                  </a:gs>
                  <a:gs pos="100000">
                    <a:srgbClr val="9BC1FF"/>
                  </a:gs>
                </a:gsLst>
              </a:gradFill>
              <a:ln w="0">
                <a:solidFill>
                  <a:srgbClr val="4A7EBB"/>
                </a:solidFill>
              </a:ln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lIns="91427" tIns="45713" rIns="91427" bIns="45713" spcCol="0" rtlCol="0" anchor="ctr"/>
              <a:lstStyle/>
              <a:p>
                <a:pPr algn="ctr"/>
                <a:endParaRPr lang="en-US" baseline="30000"/>
              </a:p>
            </p:txBody>
          </p:sp>
          <p:sp>
            <p:nvSpPr>
              <p:cNvPr id="42" name="Oval 41"/>
              <p:cNvSpPr>
                <a:spLocks noChangeAspect="1"/>
              </p:cNvSpPr>
              <p:nvPr/>
            </p:nvSpPr>
            <p:spPr>
              <a:xfrm>
                <a:off x="6507147" y="2349009"/>
                <a:ext cx="160211" cy="152540"/>
              </a:xfrm>
              <a:prstGeom prst="ellipse">
                <a:avLst/>
              </a:prstGeom>
              <a:gradFill>
                <a:gsLst>
                  <a:gs pos="0">
                    <a:srgbClr val="3F80CD"/>
                  </a:gs>
                  <a:gs pos="100000">
                    <a:srgbClr val="9BC1FF"/>
                  </a:gs>
                </a:gsLst>
              </a:gradFill>
              <a:ln w="0">
                <a:solidFill>
                  <a:srgbClr val="4A7EBB"/>
                </a:solidFill>
              </a:ln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lIns="91427" tIns="45713" rIns="91427" bIns="45713" spcCol="0" rtlCol="0" anchor="ctr"/>
              <a:lstStyle/>
              <a:p>
                <a:pPr algn="ctr"/>
                <a:endParaRPr lang="en-US" baseline="30000"/>
              </a:p>
            </p:txBody>
          </p:sp>
          <p:sp>
            <p:nvSpPr>
              <p:cNvPr id="45" name="Oval 44"/>
              <p:cNvSpPr>
                <a:spLocks noChangeAspect="1"/>
              </p:cNvSpPr>
              <p:nvPr/>
            </p:nvSpPr>
            <p:spPr>
              <a:xfrm>
                <a:off x="5314416" y="2718851"/>
                <a:ext cx="160211" cy="152540"/>
              </a:xfrm>
              <a:prstGeom prst="ellipse">
                <a:avLst/>
              </a:prstGeom>
              <a:gradFill>
                <a:gsLst>
                  <a:gs pos="0">
                    <a:srgbClr val="3F80CD"/>
                  </a:gs>
                  <a:gs pos="100000">
                    <a:srgbClr val="9BC1FF"/>
                  </a:gs>
                </a:gsLst>
              </a:gradFill>
              <a:ln w="0">
                <a:solidFill>
                  <a:srgbClr val="4A7EBB"/>
                </a:solidFill>
              </a:ln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lIns="91427" tIns="45713" rIns="91427" bIns="45713" spcCol="0" rtlCol="0" anchor="ctr"/>
              <a:lstStyle/>
              <a:p>
                <a:pPr algn="ctr"/>
                <a:endParaRPr lang="en-US" baseline="30000"/>
              </a:p>
            </p:txBody>
          </p:sp>
          <p:cxnSp>
            <p:nvCxnSpPr>
              <p:cNvPr id="46" name="Straight Connector 45"/>
              <p:cNvCxnSpPr/>
              <p:nvPr/>
            </p:nvCxnSpPr>
            <p:spPr>
              <a:xfrm flipH="1">
                <a:off x="5216458" y="2199636"/>
                <a:ext cx="1192731" cy="369850"/>
              </a:xfrm>
              <a:prstGeom prst="line">
                <a:avLst/>
              </a:prstGeom>
              <a:ln w="25400">
                <a:solidFill>
                  <a:srgbClr val="FF0000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7" name="Straight Connector 46"/>
              <p:cNvCxnSpPr/>
              <p:nvPr/>
            </p:nvCxnSpPr>
            <p:spPr>
              <a:xfrm flipH="1">
                <a:off x="4994211" y="1974679"/>
                <a:ext cx="1192731" cy="369850"/>
              </a:xfrm>
              <a:prstGeom prst="line">
                <a:avLst/>
              </a:prstGeom>
              <a:ln w="25400">
                <a:solidFill>
                  <a:srgbClr val="FF0000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8" name="Straight Connector 47"/>
              <p:cNvCxnSpPr/>
              <p:nvPr/>
            </p:nvCxnSpPr>
            <p:spPr>
              <a:xfrm flipH="1">
                <a:off x="4795420" y="1744369"/>
                <a:ext cx="1192731" cy="369850"/>
              </a:xfrm>
              <a:prstGeom prst="line">
                <a:avLst/>
              </a:prstGeom>
              <a:ln w="25400">
                <a:solidFill>
                  <a:srgbClr val="FF0000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9" name="Straight Connector 48"/>
              <p:cNvCxnSpPr/>
              <p:nvPr/>
            </p:nvCxnSpPr>
            <p:spPr>
              <a:xfrm flipH="1">
                <a:off x="4542728" y="1529353"/>
                <a:ext cx="1192731" cy="369850"/>
              </a:xfrm>
              <a:prstGeom prst="line">
                <a:avLst/>
              </a:prstGeom>
              <a:ln w="25400">
                <a:solidFill>
                  <a:srgbClr val="FF0000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50" name="Oval 49"/>
              <p:cNvSpPr>
                <a:spLocks noChangeAspect="1"/>
              </p:cNvSpPr>
              <p:nvPr/>
            </p:nvSpPr>
            <p:spPr>
              <a:xfrm>
                <a:off x="5652615" y="1447358"/>
                <a:ext cx="160211" cy="152540"/>
              </a:xfrm>
              <a:prstGeom prst="ellipse">
                <a:avLst/>
              </a:prstGeom>
              <a:gradFill>
                <a:gsLst>
                  <a:gs pos="0">
                    <a:srgbClr val="3F80CD"/>
                  </a:gs>
                  <a:gs pos="100000">
                    <a:srgbClr val="9BC1FF"/>
                  </a:gs>
                </a:gsLst>
              </a:gradFill>
              <a:ln w="0">
                <a:solidFill>
                  <a:srgbClr val="4A7EBB"/>
                </a:solidFill>
              </a:ln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lIns="91427" tIns="45713" rIns="91427" bIns="45713" spcCol="0" rtlCol="0" anchor="ctr"/>
              <a:lstStyle/>
              <a:p>
                <a:pPr algn="ctr"/>
                <a:endParaRPr lang="en-US" baseline="30000"/>
              </a:p>
            </p:txBody>
          </p:sp>
          <p:sp>
            <p:nvSpPr>
              <p:cNvPr id="51" name="Oval 50"/>
              <p:cNvSpPr>
                <a:spLocks noChangeAspect="1"/>
              </p:cNvSpPr>
              <p:nvPr/>
            </p:nvSpPr>
            <p:spPr>
              <a:xfrm>
                <a:off x="5255038" y="1570642"/>
                <a:ext cx="160211" cy="152540"/>
              </a:xfrm>
              <a:prstGeom prst="ellipse">
                <a:avLst/>
              </a:prstGeom>
              <a:gradFill>
                <a:gsLst>
                  <a:gs pos="0">
                    <a:srgbClr val="3F80CD"/>
                  </a:gs>
                  <a:gs pos="100000">
                    <a:srgbClr val="9BC1FF"/>
                  </a:gs>
                </a:gsLst>
              </a:gradFill>
              <a:ln w="0">
                <a:solidFill>
                  <a:srgbClr val="4A7EBB"/>
                </a:solidFill>
              </a:ln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lIns="91427" tIns="45713" rIns="91427" bIns="45713" spcCol="0" rtlCol="0" anchor="ctr"/>
              <a:lstStyle/>
              <a:p>
                <a:pPr algn="ctr"/>
                <a:endParaRPr lang="en-US" baseline="30000"/>
              </a:p>
            </p:txBody>
          </p:sp>
          <p:sp>
            <p:nvSpPr>
              <p:cNvPr id="52" name="Oval 51"/>
              <p:cNvSpPr>
                <a:spLocks noChangeAspect="1"/>
              </p:cNvSpPr>
              <p:nvPr/>
            </p:nvSpPr>
            <p:spPr>
              <a:xfrm>
                <a:off x="4857461" y="1693924"/>
                <a:ext cx="160211" cy="152540"/>
              </a:xfrm>
              <a:prstGeom prst="ellipse">
                <a:avLst/>
              </a:prstGeom>
              <a:gradFill>
                <a:gsLst>
                  <a:gs pos="0">
                    <a:srgbClr val="3F80CD"/>
                  </a:gs>
                  <a:gs pos="100000">
                    <a:srgbClr val="9BC1FF"/>
                  </a:gs>
                </a:gsLst>
              </a:gradFill>
              <a:ln w="0">
                <a:solidFill>
                  <a:srgbClr val="4A7EBB"/>
                </a:solidFill>
              </a:ln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lIns="91427" tIns="45713" rIns="91427" bIns="45713" spcCol="0" rtlCol="0" anchor="ctr"/>
              <a:lstStyle/>
              <a:p>
                <a:pPr algn="ctr"/>
                <a:endParaRPr lang="en-US" baseline="30000"/>
              </a:p>
            </p:txBody>
          </p:sp>
          <p:sp>
            <p:nvSpPr>
              <p:cNvPr id="53" name="Oval 52"/>
              <p:cNvSpPr>
                <a:spLocks noChangeAspect="1"/>
              </p:cNvSpPr>
              <p:nvPr/>
            </p:nvSpPr>
            <p:spPr>
              <a:xfrm>
                <a:off x="4459886" y="1817207"/>
                <a:ext cx="160211" cy="152540"/>
              </a:xfrm>
              <a:prstGeom prst="ellipse">
                <a:avLst/>
              </a:prstGeom>
              <a:gradFill>
                <a:gsLst>
                  <a:gs pos="0">
                    <a:srgbClr val="3F80CD"/>
                  </a:gs>
                  <a:gs pos="100000">
                    <a:srgbClr val="9BC1FF"/>
                  </a:gs>
                </a:gsLst>
              </a:gradFill>
              <a:ln w="0">
                <a:solidFill>
                  <a:srgbClr val="4A7EBB"/>
                </a:solidFill>
              </a:ln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lIns="91427" tIns="45713" rIns="91427" bIns="45713" spcCol="0" rtlCol="0" anchor="ctr"/>
              <a:lstStyle/>
              <a:p>
                <a:pPr algn="ctr"/>
                <a:endParaRPr lang="en-US" baseline="30000"/>
              </a:p>
            </p:txBody>
          </p:sp>
          <p:sp>
            <p:nvSpPr>
              <p:cNvPr id="54" name="Oval 53"/>
              <p:cNvSpPr>
                <a:spLocks noChangeAspect="1"/>
              </p:cNvSpPr>
              <p:nvPr/>
            </p:nvSpPr>
            <p:spPr>
              <a:xfrm>
                <a:off x="5866250" y="1672772"/>
                <a:ext cx="160211" cy="152540"/>
              </a:xfrm>
              <a:prstGeom prst="ellipse">
                <a:avLst/>
              </a:prstGeom>
              <a:gradFill>
                <a:gsLst>
                  <a:gs pos="0">
                    <a:srgbClr val="3F80CD"/>
                  </a:gs>
                  <a:gs pos="100000">
                    <a:srgbClr val="9BC1FF"/>
                  </a:gs>
                </a:gsLst>
              </a:gradFill>
              <a:ln w="0">
                <a:solidFill>
                  <a:srgbClr val="4A7EBB"/>
                </a:solidFill>
              </a:ln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lIns="91427" tIns="45713" rIns="91427" bIns="45713" spcCol="0" rtlCol="0" anchor="ctr"/>
              <a:lstStyle/>
              <a:p>
                <a:pPr algn="ctr"/>
                <a:endParaRPr lang="en-US" baseline="30000"/>
              </a:p>
            </p:txBody>
          </p:sp>
          <p:sp>
            <p:nvSpPr>
              <p:cNvPr id="55" name="Oval 54"/>
              <p:cNvSpPr>
                <a:spLocks noChangeAspect="1"/>
              </p:cNvSpPr>
              <p:nvPr/>
            </p:nvSpPr>
            <p:spPr>
              <a:xfrm>
                <a:off x="6079881" y="1898184"/>
                <a:ext cx="160211" cy="152540"/>
              </a:xfrm>
              <a:prstGeom prst="ellipse">
                <a:avLst/>
              </a:prstGeom>
              <a:gradFill>
                <a:gsLst>
                  <a:gs pos="0">
                    <a:srgbClr val="3F80CD"/>
                  </a:gs>
                  <a:gs pos="100000">
                    <a:srgbClr val="9BC1FF"/>
                  </a:gs>
                </a:gsLst>
              </a:gradFill>
              <a:ln w="0">
                <a:solidFill>
                  <a:srgbClr val="4A7EBB"/>
                </a:solidFill>
              </a:ln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lIns="91427" tIns="45713" rIns="91427" bIns="45713" spcCol="0" rtlCol="0" anchor="ctr"/>
              <a:lstStyle/>
              <a:p>
                <a:pPr algn="ctr"/>
                <a:endParaRPr lang="en-US" baseline="30000"/>
              </a:p>
            </p:txBody>
          </p:sp>
          <p:sp>
            <p:nvSpPr>
              <p:cNvPr id="56" name="Oval 55"/>
              <p:cNvSpPr>
                <a:spLocks noChangeAspect="1"/>
              </p:cNvSpPr>
              <p:nvPr/>
            </p:nvSpPr>
            <p:spPr>
              <a:xfrm>
                <a:off x="5468671" y="1796054"/>
                <a:ext cx="160211" cy="152540"/>
              </a:xfrm>
              <a:prstGeom prst="ellipse">
                <a:avLst/>
              </a:prstGeom>
              <a:gradFill>
                <a:gsLst>
                  <a:gs pos="0">
                    <a:srgbClr val="3F80CD"/>
                  </a:gs>
                  <a:gs pos="100000">
                    <a:srgbClr val="9BC1FF"/>
                  </a:gs>
                </a:gsLst>
              </a:gradFill>
              <a:ln w="0">
                <a:solidFill>
                  <a:srgbClr val="4A7EBB"/>
                </a:solidFill>
              </a:ln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lIns="91427" tIns="45713" rIns="91427" bIns="45713" spcCol="0" rtlCol="0" anchor="ctr"/>
              <a:lstStyle/>
              <a:p>
                <a:pPr algn="ctr"/>
                <a:endParaRPr lang="en-US" baseline="30000"/>
              </a:p>
            </p:txBody>
          </p:sp>
          <p:sp>
            <p:nvSpPr>
              <p:cNvPr id="57" name="Oval 56"/>
              <p:cNvSpPr>
                <a:spLocks noChangeAspect="1"/>
              </p:cNvSpPr>
              <p:nvPr/>
            </p:nvSpPr>
            <p:spPr>
              <a:xfrm>
                <a:off x="5682305" y="2021468"/>
                <a:ext cx="160211" cy="152540"/>
              </a:xfrm>
              <a:prstGeom prst="ellipse">
                <a:avLst/>
              </a:prstGeom>
              <a:gradFill>
                <a:gsLst>
                  <a:gs pos="0">
                    <a:srgbClr val="3F80CD"/>
                  </a:gs>
                  <a:gs pos="100000">
                    <a:srgbClr val="9BC1FF"/>
                  </a:gs>
                </a:gsLst>
              </a:gradFill>
              <a:ln w="0">
                <a:solidFill>
                  <a:srgbClr val="4A7EBB"/>
                </a:solidFill>
              </a:ln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lIns="91427" tIns="45713" rIns="91427" bIns="45713" spcCol="0" rtlCol="0" anchor="ctr"/>
              <a:lstStyle/>
              <a:p>
                <a:pPr algn="ctr"/>
                <a:endParaRPr lang="en-US" baseline="30000"/>
              </a:p>
            </p:txBody>
          </p:sp>
          <p:sp>
            <p:nvSpPr>
              <p:cNvPr id="58" name="Oval 57"/>
              <p:cNvSpPr>
                <a:spLocks noChangeAspect="1"/>
              </p:cNvSpPr>
              <p:nvPr/>
            </p:nvSpPr>
            <p:spPr>
              <a:xfrm>
                <a:off x="5071095" y="1919338"/>
                <a:ext cx="160211" cy="152540"/>
              </a:xfrm>
              <a:prstGeom prst="ellipse">
                <a:avLst/>
              </a:prstGeom>
              <a:gradFill>
                <a:gsLst>
                  <a:gs pos="0">
                    <a:srgbClr val="3F80CD"/>
                  </a:gs>
                  <a:gs pos="100000">
                    <a:srgbClr val="9BC1FF"/>
                  </a:gs>
                </a:gsLst>
              </a:gradFill>
              <a:ln w="0">
                <a:solidFill>
                  <a:srgbClr val="4A7EBB"/>
                </a:solidFill>
              </a:ln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lIns="91427" tIns="45713" rIns="91427" bIns="45713" spcCol="0" rtlCol="0" anchor="ctr"/>
              <a:lstStyle/>
              <a:p>
                <a:pPr algn="ctr"/>
                <a:endParaRPr lang="en-US" baseline="30000"/>
              </a:p>
            </p:txBody>
          </p:sp>
          <p:sp>
            <p:nvSpPr>
              <p:cNvPr id="59" name="Oval 58"/>
              <p:cNvSpPr>
                <a:spLocks noChangeAspect="1"/>
              </p:cNvSpPr>
              <p:nvPr/>
            </p:nvSpPr>
            <p:spPr>
              <a:xfrm>
                <a:off x="5284728" y="2144745"/>
                <a:ext cx="160211" cy="152540"/>
              </a:xfrm>
              <a:prstGeom prst="ellipse">
                <a:avLst/>
              </a:prstGeom>
              <a:gradFill>
                <a:gsLst>
                  <a:gs pos="0">
                    <a:srgbClr val="3F80CD"/>
                  </a:gs>
                  <a:gs pos="100000">
                    <a:srgbClr val="9BC1FF"/>
                  </a:gs>
                </a:gsLst>
              </a:gradFill>
              <a:ln w="0">
                <a:solidFill>
                  <a:srgbClr val="4A7EBB"/>
                </a:solidFill>
              </a:ln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lIns="91427" tIns="45713" rIns="91427" bIns="45713" spcCol="0" rtlCol="0" anchor="ctr"/>
              <a:lstStyle/>
              <a:p>
                <a:pPr algn="ctr"/>
                <a:endParaRPr lang="en-US" baseline="30000"/>
              </a:p>
            </p:txBody>
          </p:sp>
          <p:sp>
            <p:nvSpPr>
              <p:cNvPr id="60" name="Oval 59"/>
              <p:cNvSpPr>
                <a:spLocks noChangeAspect="1"/>
              </p:cNvSpPr>
              <p:nvPr/>
            </p:nvSpPr>
            <p:spPr>
              <a:xfrm>
                <a:off x="4673518" y="2042620"/>
                <a:ext cx="160211" cy="152540"/>
              </a:xfrm>
              <a:prstGeom prst="ellipse">
                <a:avLst/>
              </a:prstGeom>
              <a:gradFill>
                <a:gsLst>
                  <a:gs pos="0">
                    <a:srgbClr val="3F80CD"/>
                  </a:gs>
                  <a:gs pos="100000">
                    <a:srgbClr val="9BC1FF"/>
                  </a:gs>
                </a:gsLst>
              </a:gradFill>
              <a:ln w="0">
                <a:solidFill>
                  <a:srgbClr val="4A7EBB"/>
                </a:solidFill>
              </a:ln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lIns="91427" tIns="45713" rIns="91427" bIns="45713" spcCol="0" rtlCol="0" anchor="ctr"/>
              <a:lstStyle/>
              <a:p>
                <a:pPr algn="ctr"/>
                <a:endParaRPr lang="en-US" baseline="30000"/>
              </a:p>
            </p:txBody>
          </p:sp>
          <p:sp>
            <p:nvSpPr>
              <p:cNvPr id="61" name="Oval 60"/>
              <p:cNvSpPr>
                <a:spLocks noChangeAspect="1"/>
              </p:cNvSpPr>
              <p:nvPr/>
            </p:nvSpPr>
            <p:spPr>
              <a:xfrm>
                <a:off x="4887151" y="2268030"/>
                <a:ext cx="160211" cy="152540"/>
              </a:xfrm>
              <a:prstGeom prst="ellipse">
                <a:avLst/>
              </a:prstGeom>
              <a:gradFill>
                <a:gsLst>
                  <a:gs pos="0">
                    <a:srgbClr val="3F80CD"/>
                  </a:gs>
                  <a:gs pos="100000">
                    <a:srgbClr val="9BC1FF"/>
                  </a:gs>
                </a:gsLst>
              </a:gradFill>
              <a:ln w="0">
                <a:solidFill>
                  <a:srgbClr val="4A7EBB"/>
                </a:solidFill>
              </a:ln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lIns="91427" tIns="45713" rIns="91427" bIns="45713" spcCol="0" rtlCol="0" anchor="ctr"/>
              <a:lstStyle/>
              <a:p>
                <a:pPr algn="ctr"/>
                <a:endParaRPr lang="en-US" baseline="30000"/>
              </a:p>
            </p:txBody>
          </p:sp>
          <p:sp>
            <p:nvSpPr>
              <p:cNvPr id="62" name="Oval 61"/>
              <p:cNvSpPr>
                <a:spLocks noChangeAspect="1"/>
              </p:cNvSpPr>
              <p:nvPr/>
            </p:nvSpPr>
            <p:spPr>
              <a:xfrm>
                <a:off x="6293515" y="2123597"/>
                <a:ext cx="160211" cy="152540"/>
              </a:xfrm>
              <a:prstGeom prst="ellipse">
                <a:avLst/>
              </a:prstGeom>
              <a:gradFill>
                <a:gsLst>
                  <a:gs pos="0">
                    <a:srgbClr val="3F80CD"/>
                  </a:gs>
                  <a:gs pos="100000">
                    <a:srgbClr val="9BC1FF"/>
                  </a:gs>
                </a:gsLst>
              </a:gradFill>
              <a:ln w="0">
                <a:solidFill>
                  <a:srgbClr val="4A7EBB"/>
                </a:solidFill>
              </a:ln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lIns="91427" tIns="45713" rIns="91427" bIns="45713" spcCol="0" rtlCol="0" anchor="ctr"/>
              <a:lstStyle/>
              <a:p>
                <a:pPr algn="ctr"/>
                <a:endParaRPr lang="en-US" baseline="30000"/>
              </a:p>
            </p:txBody>
          </p:sp>
          <p:sp>
            <p:nvSpPr>
              <p:cNvPr id="63" name="Oval 62"/>
              <p:cNvSpPr>
                <a:spLocks noChangeAspect="1"/>
              </p:cNvSpPr>
              <p:nvPr/>
            </p:nvSpPr>
            <p:spPr>
              <a:xfrm>
                <a:off x="5895937" y="2246877"/>
                <a:ext cx="160211" cy="152540"/>
              </a:xfrm>
              <a:prstGeom prst="ellipse">
                <a:avLst/>
              </a:prstGeom>
              <a:gradFill>
                <a:gsLst>
                  <a:gs pos="0">
                    <a:srgbClr val="3F80CD"/>
                  </a:gs>
                  <a:gs pos="100000">
                    <a:srgbClr val="9BC1FF"/>
                  </a:gs>
                </a:gsLst>
              </a:gradFill>
              <a:ln w="0">
                <a:solidFill>
                  <a:srgbClr val="4A7EBB"/>
                </a:solidFill>
              </a:ln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lIns="91427" tIns="45713" rIns="91427" bIns="45713" spcCol="0" rtlCol="0" anchor="ctr"/>
              <a:lstStyle/>
              <a:p>
                <a:pPr algn="ctr"/>
                <a:endParaRPr lang="en-US" baseline="30000"/>
              </a:p>
            </p:txBody>
          </p:sp>
          <p:sp>
            <p:nvSpPr>
              <p:cNvPr id="64" name="Oval 63"/>
              <p:cNvSpPr>
                <a:spLocks noChangeAspect="1"/>
              </p:cNvSpPr>
              <p:nvPr/>
            </p:nvSpPr>
            <p:spPr>
              <a:xfrm>
                <a:off x="5498359" y="2370162"/>
                <a:ext cx="160211" cy="152540"/>
              </a:xfrm>
              <a:prstGeom prst="ellipse">
                <a:avLst/>
              </a:prstGeom>
              <a:gradFill>
                <a:gsLst>
                  <a:gs pos="0">
                    <a:srgbClr val="3F80CD"/>
                  </a:gs>
                  <a:gs pos="100000">
                    <a:srgbClr val="9BC1FF"/>
                  </a:gs>
                </a:gsLst>
              </a:gradFill>
              <a:ln w="0">
                <a:solidFill>
                  <a:srgbClr val="4A7EBB"/>
                </a:solidFill>
              </a:ln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lIns="91427" tIns="45713" rIns="91427" bIns="45713" spcCol="0" rtlCol="0" anchor="ctr"/>
              <a:lstStyle/>
              <a:p>
                <a:pPr algn="ctr"/>
                <a:endParaRPr lang="en-US" baseline="30000"/>
              </a:p>
            </p:txBody>
          </p:sp>
          <p:sp>
            <p:nvSpPr>
              <p:cNvPr id="65" name="Oval 64"/>
              <p:cNvSpPr>
                <a:spLocks noChangeAspect="1"/>
              </p:cNvSpPr>
              <p:nvPr/>
            </p:nvSpPr>
            <p:spPr>
              <a:xfrm>
                <a:off x="5100783" y="2493446"/>
                <a:ext cx="160211" cy="152540"/>
              </a:xfrm>
              <a:prstGeom prst="ellipse">
                <a:avLst/>
              </a:prstGeom>
              <a:gradFill>
                <a:gsLst>
                  <a:gs pos="0">
                    <a:srgbClr val="3F80CD"/>
                  </a:gs>
                  <a:gs pos="100000">
                    <a:srgbClr val="9BC1FF"/>
                  </a:gs>
                </a:gsLst>
              </a:gradFill>
              <a:ln w="0">
                <a:solidFill>
                  <a:srgbClr val="4A7EBB"/>
                </a:solidFill>
              </a:ln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lIns="91427" tIns="45713" rIns="91427" bIns="45713" spcCol="0" rtlCol="0" anchor="ctr"/>
              <a:lstStyle/>
              <a:p>
                <a:pPr algn="ctr"/>
                <a:endParaRPr lang="en-US" baseline="30000"/>
              </a:p>
            </p:txBody>
          </p:sp>
          <p:cxnSp>
            <p:nvCxnSpPr>
              <p:cNvPr id="66" name="Straight Connector 65"/>
              <p:cNvCxnSpPr>
                <a:stCxn id="76" idx="4"/>
                <a:endCxn id="41" idx="0"/>
              </p:cNvCxnSpPr>
              <p:nvPr/>
            </p:nvCxnSpPr>
            <p:spPr>
              <a:xfrm flipH="1">
                <a:off x="5792101" y="1629598"/>
                <a:ext cx="477679" cy="965969"/>
              </a:xfrm>
              <a:prstGeom prst="line">
                <a:avLst/>
              </a:prstGeom>
              <a:ln w="25400">
                <a:solidFill>
                  <a:srgbClr val="FF0000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67" name="Straight Connector 66"/>
              <p:cNvCxnSpPr>
                <a:stCxn id="76" idx="4"/>
                <a:endCxn id="42" idx="0"/>
              </p:cNvCxnSpPr>
              <p:nvPr/>
            </p:nvCxnSpPr>
            <p:spPr>
              <a:xfrm>
                <a:off x="6269780" y="1629598"/>
                <a:ext cx="317473" cy="719411"/>
              </a:xfrm>
              <a:prstGeom prst="line">
                <a:avLst/>
              </a:prstGeom>
              <a:ln w="25400">
                <a:solidFill>
                  <a:srgbClr val="FF0000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68" name="Straight Connector 67"/>
              <p:cNvCxnSpPr>
                <a:stCxn id="59" idx="7"/>
                <a:endCxn id="76" idx="4"/>
              </p:cNvCxnSpPr>
              <p:nvPr/>
            </p:nvCxnSpPr>
            <p:spPr>
              <a:xfrm flipV="1">
                <a:off x="5421477" y="1629598"/>
                <a:ext cx="848303" cy="537486"/>
              </a:xfrm>
              <a:prstGeom prst="line">
                <a:avLst/>
              </a:prstGeom>
              <a:ln w="25400">
                <a:solidFill>
                  <a:srgbClr val="FF0000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69" name="Straight Connector 68"/>
              <p:cNvCxnSpPr>
                <a:stCxn id="76" idx="4"/>
                <a:endCxn id="62" idx="0"/>
              </p:cNvCxnSpPr>
              <p:nvPr/>
            </p:nvCxnSpPr>
            <p:spPr>
              <a:xfrm>
                <a:off x="6269780" y="1629598"/>
                <a:ext cx="103841" cy="493999"/>
              </a:xfrm>
              <a:prstGeom prst="line">
                <a:avLst/>
              </a:prstGeom>
              <a:ln w="25400">
                <a:solidFill>
                  <a:srgbClr val="FF0000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70" name="Straight Connector 69"/>
              <p:cNvCxnSpPr>
                <a:stCxn id="56" idx="0"/>
                <a:endCxn id="74" idx="4"/>
              </p:cNvCxnSpPr>
              <p:nvPr/>
            </p:nvCxnSpPr>
            <p:spPr>
              <a:xfrm flipH="1" flipV="1">
                <a:off x="5394522" y="1219340"/>
                <a:ext cx="154255" cy="576714"/>
              </a:xfrm>
              <a:prstGeom prst="line">
                <a:avLst/>
              </a:prstGeom>
              <a:ln w="25400">
                <a:solidFill>
                  <a:srgbClr val="FF0000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71" name="Straight Connector 70"/>
              <p:cNvCxnSpPr>
                <a:stCxn id="52" idx="7"/>
                <a:endCxn id="74" idx="4"/>
              </p:cNvCxnSpPr>
              <p:nvPr/>
            </p:nvCxnSpPr>
            <p:spPr>
              <a:xfrm flipV="1">
                <a:off x="4994210" y="1219340"/>
                <a:ext cx="400312" cy="496923"/>
              </a:xfrm>
              <a:prstGeom prst="line">
                <a:avLst/>
              </a:prstGeom>
              <a:ln w="25400">
                <a:solidFill>
                  <a:srgbClr val="FF0000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72" name="Straight Connector 71"/>
              <p:cNvCxnSpPr>
                <a:stCxn id="61" idx="0"/>
                <a:endCxn id="74" idx="4"/>
              </p:cNvCxnSpPr>
              <p:nvPr/>
            </p:nvCxnSpPr>
            <p:spPr>
              <a:xfrm flipV="1">
                <a:off x="4967257" y="1219340"/>
                <a:ext cx="427265" cy="1048690"/>
              </a:xfrm>
              <a:prstGeom prst="line">
                <a:avLst/>
              </a:prstGeom>
              <a:ln w="25400">
                <a:solidFill>
                  <a:srgbClr val="FF0000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73" name="Straight Connector 72"/>
              <p:cNvCxnSpPr>
                <a:stCxn id="50" idx="1"/>
                <a:endCxn id="74" idx="4"/>
              </p:cNvCxnSpPr>
              <p:nvPr/>
            </p:nvCxnSpPr>
            <p:spPr>
              <a:xfrm flipH="1" flipV="1">
                <a:off x="5394522" y="1219340"/>
                <a:ext cx="281555" cy="250357"/>
              </a:xfrm>
              <a:prstGeom prst="line">
                <a:avLst/>
              </a:prstGeom>
              <a:ln w="25400">
                <a:solidFill>
                  <a:srgbClr val="FF0000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74" name="Oval 73"/>
              <p:cNvSpPr>
                <a:spLocks noChangeAspect="1"/>
              </p:cNvSpPr>
              <p:nvPr/>
            </p:nvSpPr>
            <p:spPr>
              <a:xfrm>
                <a:off x="5314416" y="1066800"/>
                <a:ext cx="160211" cy="152540"/>
              </a:xfrm>
              <a:prstGeom prst="ellipse">
                <a:avLst/>
              </a:prstGeom>
              <a:gradFill>
                <a:gsLst>
                  <a:gs pos="0">
                    <a:srgbClr val="3F80CD"/>
                  </a:gs>
                  <a:gs pos="100000">
                    <a:srgbClr val="9BC1FF"/>
                  </a:gs>
                </a:gsLst>
              </a:gradFill>
              <a:ln w="0">
                <a:solidFill>
                  <a:srgbClr val="4A7EBB"/>
                </a:solidFill>
              </a:ln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lIns="91427" tIns="45713" rIns="91427" bIns="45713" spcCol="0" rtlCol="0" anchor="ctr"/>
              <a:lstStyle/>
              <a:p>
                <a:pPr algn="ctr"/>
                <a:endParaRPr lang="en-US" baseline="30000"/>
              </a:p>
            </p:txBody>
          </p:sp>
          <p:cxnSp>
            <p:nvCxnSpPr>
              <p:cNvPr id="75" name="Straight Connector 74"/>
              <p:cNvCxnSpPr/>
              <p:nvPr/>
            </p:nvCxnSpPr>
            <p:spPr>
              <a:xfrm flipH="1" flipV="1">
                <a:off x="5466848" y="1150830"/>
                <a:ext cx="768105" cy="381439"/>
              </a:xfrm>
              <a:prstGeom prst="line">
                <a:avLst/>
              </a:prstGeom>
              <a:ln w="25400">
                <a:solidFill>
                  <a:srgbClr val="FF0000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76" name="Oval 75"/>
              <p:cNvSpPr>
                <a:spLocks noChangeAspect="1"/>
              </p:cNvSpPr>
              <p:nvPr/>
            </p:nvSpPr>
            <p:spPr>
              <a:xfrm>
                <a:off x="6189674" y="1477058"/>
                <a:ext cx="160211" cy="152540"/>
              </a:xfrm>
              <a:prstGeom prst="ellipse">
                <a:avLst/>
              </a:prstGeom>
              <a:gradFill>
                <a:gsLst>
                  <a:gs pos="0">
                    <a:srgbClr val="3F80CD"/>
                  </a:gs>
                  <a:gs pos="100000">
                    <a:srgbClr val="9BC1FF"/>
                  </a:gs>
                </a:gsLst>
              </a:gradFill>
              <a:ln w="0">
                <a:solidFill>
                  <a:srgbClr val="4A7EBB"/>
                </a:solidFill>
              </a:ln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lIns="91427" tIns="45713" rIns="91427" bIns="45713" spcCol="0" rtlCol="0" anchor="ctr"/>
              <a:lstStyle/>
              <a:p>
                <a:pPr algn="ctr"/>
                <a:endParaRPr lang="en-US" baseline="30000"/>
              </a:p>
            </p:txBody>
          </p:sp>
        </p:grpSp>
      </p:grpSp>
      <p:grpSp>
        <p:nvGrpSpPr>
          <p:cNvPr id="7" name="Group 6"/>
          <p:cNvGrpSpPr/>
          <p:nvPr/>
        </p:nvGrpSpPr>
        <p:grpSpPr>
          <a:xfrm>
            <a:off x="6172200" y="1752600"/>
            <a:ext cx="2907695" cy="914400"/>
            <a:chOff x="6248400" y="1752600"/>
            <a:chExt cx="2907695" cy="914400"/>
          </a:xfrm>
        </p:grpSpPr>
        <p:sp>
          <p:nvSpPr>
            <p:cNvPr id="19" name="Right Arrow 18"/>
            <p:cNvSpPr/>
            <p:nvPr/>
          </p:nvSpPr>
          <p:spPr bwMode="auto">
            <a:xfrm>
              <a:off x="7562850" y="2133600"/>
              <a:ext cx="285750" cy="142875"/>
            </a:xfrm>
            <a:prstGeom prst="rightArrow">
              <a:avLst/>
            </a:prstGeom>
            <a:ln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vert="horz" wrap="none" lIns="91440" tIns="45720" rIns="91440" bIns="45720" numCol="1" rtlCol="0" anchor="ctr" anchorCtr="0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0" fontAlgn="base" latinLnBrk="0" hangingPunct="0">
                <a:lnSpc>
                  <a:spcPct val="100000"/>
                </a:lnSpc>
                <a:spcBef>
                  <a:spcPct val="5000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en-US" sz="12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itchFamily="-112" charset="0"/>
                <a:ea typeface="ＭＳ Ｐゴシック" pitchFamily="-112" charset="-128"/>
                <a:cs typeface="ＭＳ Ｐゴシック" pitchFamily="-112" charset="-128"/>
              </a:endParaRPr>
            </a:p>
          </p:txBody>
        </p:sp>
        <p:pic>
          <p:nvPicPr>
            <p:cNvPr id="119" name="Picture 118" descr="fig1_sol15.png"/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7875935" y="1752600"/>
              <a:ext cx="1280160" cy="914400"/>
            </a:xfrm>
            <a:prstGeom prst="rect">
              <a:avLst/>
            </a:prstGeom>
          </p:spPr>
        </p:pic>
        <p:grpSp>
          <p:nvGrpSpPr>
            <p:cNvPr id="120" name="Group 213"/>
            <p:cNvGrpSpPr>
              <a:grpSpLocks noChangeAspect="1"/>
            </p:cNvGrpSpPr>
            <p:nvPr/>
          </p:nvGrpSpPr>
          <p:grpSpPr>
            <a:xfrm>
              <a:off x="6248400" y="1752600"/>
              <a:ext cx="1268936" cy="914400"/>
              <a:chOff x="166343" y="662259"/>
              <a:chExt cx="1819656" cy="1371600"/>
            </a:xfrm>
          </p:grpSpPr>
          <p:sp>
            <p:nvSpPr>
              <p:cNvPr id="121" name="Frame 120"/>
              <p:cNvSpPr>
                <a:spLocks/>
              </p:cNvSpPr>
              <p:nvPr/>
            </p:nvSpPr>
            <p:spPr>
              <a:xfrm>
                <a:off x="166343" y="662259"/>
                <a:ext cx="1819656" cy="1371600"/>
              </a:xfrm>
              <a:prstGeom prst="frame">
                <a:avLst>
                  <a:gd name="adj1" fmla="val 7500"/>
                </a:avLst>
              </a:prstGeom>
              <a:solidFill>
                <a:schemeClr val="tx1"/>
              </a:solidFill>
              <a:ln w="0">
                <a:noFill/>
              </a:ln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>
                  <a:solidFill>
                    <a:schemeClr val="tx1"/>
                  </a:solidFill>
                </a:endParaRPr>
              </a:p>
            </p:txBody>
          </p:sp>
          <p:pic>
            <p:nvPicPr>
              <p:cNvPr id="122" name="Picture 121" descr="2007_004902.jpg"/>
              <p:cNvPicPr>
                <a:picLocks noChangeAspect="1"/>
              </p:cNvPicPr>
              <p:nvPr/>
            </p:nvPicPr>
            <p:blipFill>
              <a:blip r:embed="rId2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189568" y="683107"/>
                <a:ext cx="1773206" cy="1329905"/>
              </a:xfrm>
              <a:prstGeom prst="rect">
                <a:avLst/>
              </a:prstGeom>
            </p:spPr>
          </p:pic>
        </p:grpSp>
      </p:grpSp>
      <p:sp>
        <p:nvSpPr>
          <p:cNvPr id="27" name="Oval 26"/>
          <p:cNvSpPr>
            <a:spLocks noChangeAspect="1"/>
          </p:cNvSpPr>
          <p:nvPr/>
        </p:nvSpPr>
        <p:spPr bwMode="auto">
          <a:xfrm>
            <a:off x="4815840" y="2606040"/>
            <a:ext cx="137160" cy="137160"/>
          </a:xfrm>
          <a:prstGeom prst="ellipse">
            <a:avLst/>
          </a:prstGeom>
          <a:ln>
            <a:headEnd type="none" w="med" len="med"/>
            <a:tailEnd type="none" w="med" len="med"/>
          </a:ln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vert="horz" wrap="non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5000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12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itchFamily="-112" charset="0"/>
              <a:ea typeface="ＭＳ Ｐゴシック" pitchFamily="-112" charset="-128"/>
              <a:cs typeface="ＭＳ Ｐゴシック" pitchFamily="-112" charset="-128"/>
            </a:endParaRPr>
          </a:p>
        </p:txBody>
      </p:sp>
      <p:sp>
        <p:nvSpPr>
          <p:cNvPr id="31" name="Oval 30"/>
          <p:cNvSpPr>
            <a:spLocks noChangeAspect="1"/>
          </p:cNvSpPr>
          <p:nvPr/>
        </p:nvSpPr>
        <p:spPr bwMode="auto">
          <a:xfrm>
            <a:off x="3505200" y="3291840"/>
            <a:ext cx="137160" cy="137160"/>
          </a:xfrm>
          <a:prstGeom prst="ellipse">
            <a:avLst/>
          </a:prstGeom>
          <a:ln>
            <a:headEnd type="none" w="med" len="med"/>
            <a:tailEnd type="none" w="med" len="med"/>
          </a:ln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vert="horz" wrap="non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5000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12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itchFamily="-112" charset="0"/>
              <a:ea typeface="ＭＳ Ｐゴシック" pitchFamily="-112" charset="-128"/>
              <a:cs typeface="ＭＳ Ｐゴシック" pitchFamily="-112" charset="-128"/>
            </a:endParaRPr>
          </a:p>
        </p:txBody>
      </p:sp>
      <p:grpSp>
        <p:nvGrpSpPr>
          <p:cNvPr id="12" name="Group 11"/>
          <p:cNvGrpSpPr/>
          <p:nvPr/>
        </p:nvGrpSpPr>
        <p:grpSpPr>
          <a:xfrm>
            <a:off x="3642360" y="2674620"/>
            <a:ext cx="1324723" cy="836782"/>
            <a:chOff x="3642360" y="2674620"/>
            <a:chExt cx="1324723" cy="836782"/>
          </a:xfrm>
        </p:grpSpPr>
        <p:cxnSp>
          <p:nvCxnSpPr>
            <p:cNvPr id="32" name="Straight Arrow Connector 31"/>
            <p:cNvCxnSpPr>
              <a:stCxn id="31" idx="6"/>
              <a:endCxn id="27" idx="2"/>
            </p:cNvCxnSpPr>
            <p:nvPr/>
          </p:nvCxnSpPr>
          <p:spPr bwMode="auto">
            <a:xfrm flipV="1">
              <a:off x="3642360" y="2674620"/>
              <a:ext cx="1173480" cy="685800"/>
            </a:xfrm>
            <a:prstGeom prst="straightConnector1">
              <a:avLst/>
            </a:prstGeom>
            <a:solidFill>
              <a:schemeClr val="accent1"/>
            </a:solidFill>
            <a:ln w="12700" cap="flat" cmpd="sng" algn="ctr">
              <a:solidFill>
                <a:schemeClr val="tx1"/>
              </a:solidFill>
              <a:prstDash val="solid"/>
              <a:round/>
              <a:headEnd type="arrow"/>
              <a:tailEnd type="arrow"/>
            </a:ln>
            <a:effectLst/>
          </p:spPr>
        </p:cxnSp>
        <p:sp>
          <p:nvSpPr>
            <p:cNvPr id="38" name="TextBox 37"/>
            <p:cNvSpPr txBox="1"/>
            <p:nvPr/>
          </p:nvSpPr>
          <p:spPr>
            <a:xfrm rot="19780749">
              <a:off x="3944259" y="2988182"/>
              <a:ext cx="1022824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400" dirty="0"/>
                <a:t>Estimation</a:t>
              </a:r>
              <a:br>
                <a:rPr lang="en-US" sz="1400" dirty="0"/>
              </a:br>
              <a:r>
                <a:rPr lang="en-US" sz="1400" dirty="0"/>
                <a:t>Error</a:t>
              </a:r>
            </a:p>
          </p:txBody>
        </p:sp>
      </p:grpSp>
      <p:sp>
        <p:nvSpPr>
          <p:cNvPr id="39" name="Oval 38"/>
          <p:cNvSpPr>
            <a:spLocks noChangeAspect="1"/>
          </p:cNvSpPr>
          <p:nvPr/>
        </p:nvSpPr>
        <p:spPr bwMode="auto">
          <a:xfrm>
            <a:off x="4663440" y="4130040"/>
            <a:ext cx="137160" cy="137160"/>
          </a:xfrm>
          <a:prstGeom prst="ellipse">
            <a:avLst/>
          </a:prstGeom>
          <a:ln>
            <a:headEnd type="none" w="med" len="med"/>
            <a:tailEnd type="none" w="med" len="med"/>
          </a:ln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vert="horz" wrap="non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5000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12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itchFamily="-112" charset="0"/>
              <a:ea typeface="ＭＳ Ｐゴシック" pitchFamily="-112" charset="-128"/>
              <a:cs typeface="ＭＳ Ｐゴシック" pitchFamily="-112" charset="-128"/>
            </a:endParaRPr>
          </a:p>
        </p:txBody>
      </p:sp>
      <p:grpSp>
        <p:nvGrpSpPr>
          <p:cNvPr id="13" name="Group 12"/>
          <p:cNvGrpSpPr/>
          <p:nvPr/>
        </p:nvGrpSpPr>
        <p:grpSpPr>
          <a:xfrm>
            <a:off x="3435969" y="3408913"/>
            <a:ext cx="1182460" cy="867476"/>
            <a:chOff x="3512169" y="3408913"/>
            <a:chExt cx="1182460" cy="867476"/>
          </a:xfrm>
        </p:grpSpPr>
        <p:cxnSp>
          <p:nvCxnSpPr>
            <p:cNvPr id="40" name="Straight Arrow Connector 39"/>
            <p:cNvCxnSpPr>
              <a:stCxn id="31" idx="5"/>
              <a:endCxn id="39" idx="1"/>
            </p:cNvCxnSpPr>
            <p:nvPr/>
          </p:nvCxnSpPr>
          <p:spPr bwMode="auto">
            <a:xfrm>
              <a:off x="3622273" y="3408913"/>
              <a:ext cx="1061254" cy="741214"/>
            </a:xfrm>
            <a:prstGeom prst="straightConnector1">
              <a:avLst/>
            </a:prstGeom>
            <a:solidFill>
              <a:schemeClr val="accent1"/>
            </a:solidFill>
            <a:ln w="12700" cap="flat" cmpd="sng" algn="ctr">
              <a:solidFill>
                <a:schemeClr val="tx1"/>
              </a:solidFill>
              <a:prstDash val="solid"/>
              <a:round/>
              <a:headEnd type="arrow"/>
              <a:tailEnd type="arrow"/>
            </a:ln>
            <a:effectLst/>
          </p:spPr>
        </p:cxnSp>
        <p:sp>
          <p:nvSpPr>
            <p:cNvPr id="43" name="TextBox 42"/>
            <p:cNvSpPr txBox="1"/>
            <p:nvPr/>
          </p:nvSpPr>
          <p:spPr>
            <a:xfrm rot="2139530">
              <a:off x="3512169" y="3753169"/>
              <a:ext cx="1182460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400" dirty="0"/>
                <a:t>Optimization</a:t>
              </a:r>
              <a:br>
                <a:rPr lang="en-US" sz="1400" dirty="0"/>
              </a:br>
              <a:r>
                <a:rPr lang="en-US" sz="1400" dirty="0"/>
                <a:t>Error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85001427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7" grpId="0" animBg="1"/>
      <p:bldP spid="31" grpId="0" animBg="1"/>
      <p:bldP spid="39" grpId="0" animBg="1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Error Decomposition</a:t>
            </a:r>
          </a:p>
        </p:txBody>
      </p:sp>
      <p:grpSp>
        <p:nvGrpSpPr>
          <p:cNvPr id="8" name="Group 7"/>
          <p:cNvGrpSpPr/>
          <p:nvPr/>
        </p:nvGrpSpPr>
        <p:grpSpPr>
          <a:xfrm>
            <a:off x="6019800" y="1524000"/>
            <a:ext cx="1094648" cy="369332"/>
            <a:chOff x="6096000" y="1371600"/>
            <a:chExt cx="1094648" cy="369332"/>
          </a:xfrm>
        </p:grpSpPr>
        <p:sp>
          <p:nvSpPr>
            <p:cNvPr id="15" name="Oval 14"/>
            <p:cNvSpPr>
              <a:spLocks noChangeAspect="1"/>
            </p:cNvSpPr>
            <p:nvPr/>
          </p:nvSpPr>
          <p:spPr bwMode="auto">
            <a:xfrm>
              <a:off x="6096000" y="1502955"/>
              <a:ext cx="137160" cy="137160"/>
            </a:xfrm>
            <a:prstGeom prst="ellipse">
              <a:avLst/>
            </a:prstGeom>
            <a:ln>
              <a:headEnd type="none" w="med" len="med"/>
              <a:tailEnd type="none" w="med" len="med"/>
            </a:ln>
          </p:spPr>
          <p:style>
            <a:lnRef idx="1">
              <a:schemeClr val="accent2"/>
            </a:lnRef>
            <a:fillRef idx="3">
              <a:schemeClr val="accent2"/>
            </a:fillRef>
            <a:effectRef idx="2">
              <a:schemeClr val="accent2"/>
            </a:effectRef>
            <a:fontRef idx="minor">
              <a:schemeClr val="lt1"/>
            </a:fontRef>
          </p:style>
          <p:txBody>
            <a:bodyPr vert="horz" wrap="none" lIns="91440" tIns="45720" rIns="91440" bIns="45720" numCol="1" rtlCol="0" anchor="ctr" anchorCtr="0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0" fontAlgn="base" latinLnBrk="0" hangingPunct="0">
                <a:lnSpc>
                  <a:spcPct val="100000"/>
                </a:lnSpc>
                <a:spcBef>
                  <a:spcPct val="5000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en-US" sz="12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itchFamily="-112" charset="0"/>
                <a:ea typeface="ＭＳ Ｐゴシック" pitchFamily="-112" charset="-128"/>
                <a:cs typeface="ＭＳ Ｐゴシック" pitchFamily="-112" charset="-128"/>
              </a:endParaRPr>
            </a:p>
          </p:txBody>
        </p:sp>
        <p:sp>
          <p:nvSpPr>
            <p:cNvPr id="16" name="TextBox 15"/>
            <p:cNvSpPr txBox="1"/>
            <p:nvPr/>
          </p:nvSpPr>
          <p:spPr>
            <a:xfrm>
              <a:off x="6300410" y="1371600"/>
              <a:ext cx="89023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800" dirty="0">
                  <a:solidFill>
                    <a:srgbClr val="FF0000"/>
                  </a:solidFill>
                </a:rPr>
                <a:t>Reality</a:t>
              </a:r>
            </a:p>
          </p:txBody>
        </p:sp>
      </p:grpSp>
      <p:sp>
        <p:nvSpPr>
          <p:cNvPr id="25" name="Oval 24"/>
          <p:cNvSpPr/>
          <p:nvPr/>
        </p:nvSpPr>
        <p:spPr bwMode="auto">
          <a:xfrm>
            <a:off x="838200" y="2590800"/>
            <a:ext cx="5334000" cy="3048000"/>
          </a:xfrm>
          <a:prstGeom prst="ellipse">
            <a:avLst/>
          </a:prstGeom>
          <a:ln>
            <a:solidFill>
              <a:schemeClr val="bg1">
                <a:lumMod val="65000"/>
              </a:schemeClr>
            </a:solidFill>
            <a:headEnd type="none" w="med" len="med"/>
            <a:tailEnd type="non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vert="horz" wrap="non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5000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12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itchFamily="-112" charset="0"/>
              <a:ea typeface="ＭＳ Ｐゴシック" pitchFamily="-112" charset="-128"/>
              <a:cs typeface="ＭＳ Ｐゴシック" pitchFamily="-112" charset="-128"/>
            </a:endParaRPr>
          </a:p>
        </p:txBody>
      </p:sp>
      <p:grpSp>
        <p:nvGrpSpPr>
          <p:cNvPr id="7" name="Group 6"/>
          <p:cNvGrpSpPr/>
          <p:nvPr/>
        </p:nvGrpSpPr>
        <p:grpSpPr>
          <a:xfrm>
            <a:off x="6172200" y="1905000"/>
            <a:ext cx="2907695" cy="914400"/>
            <a:chOff x="6248400" y="1752600"/>
            <a:chExt cx="2907695" cy="914400"/>
          </a:xfrm>
        </p:grpSpPr>
        <p:sp>
          <p:nvSpPr>
            <p:cNvPr id="19" name="Right Arrow 18"/>
            <p:cNvSpPr/>
            <p:nvPr/>
          </p:nvSpPr>
          <p:spPr bwMode="auto">
            <a:xfrm>
              <a:off x="7562850" y="2133600"/>
              <a:ext cx="285750" cy="142875"/>
            </a:xfrm>
            <a:prstGeom prst="rightArrow">
              <a:avLst/>
            </a:prstGeom>
            <a:ln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vert="horz" wrap="none" lIns="91440" tIns="45720" rIns="91440" bIns="45720" numCol="1" rtlCol="0" anchor="ctr" anchorCtr="0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0" fontAlgn="base" latinLnBrk="0" hangingPunct="0">
                <a:lnSpc>
                  <a:spcPct val="100000"/>
                </a:lnSpc>
                <a:spcBef>
                  <a:spcPct val="5000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en-US" sz="12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itchFamily="-112" charset="0"/>
                <a:ea typeface="ＭＳ Ｐゴシック" pitchFamily="-112" charset="-128"/>
                <a:cs typeface="ＭＳ Ｐゴシック" pitchFamily="-112" charset="-128"/>
              </a:endParaRPr>
            </a:p>
          </p:txBody>
        </p:sp>
        <p:pic>
          <p:nvPicPr>
            <p:cNvPr id="119" name="Picture 118" descr="fig1_sol15.png"/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7875935" y="1752600"/>
              <a:ext cx="1280160" cy="914400"/>
            </a:xfrm>
            <a:prstGeom prst="rect">
              <a:avLst/>
            </a:prstGeom>
          </p:spPr>
        </p:pic>
        <p:grpSp>
          <p:nvGrpSpPr>
            <p:cNvPr id="120" name="Group 213"/>
            <p:cNvGrpSpPr>
              <a:grpSpLocks noChangeAspect="1"/>
            </p:cNvGrpSpPr>
            <p:nvPr/>
          </p:nvGrpSpPr>
          <p:grpSpPr>
            <a:xfrm>
              <a:off x="6248400" y="1752600"/>
              <a:ext cx="1268936" cy="914400"/>
              <a:chOff x="166343" y="662259"/>
              <a:chExt cx="1819656" cy="1371600"/>
            </a:xfrm>
          </p:grpSpPr>
          <p:sp>
            <p:nvSpPr>
              <p:cNvPr id="121" name="Frame 120"/>
              <p:cNvSpPr>
                <a:spLocks/>
              </p:cNvSpPr>
              <p:nvPr/>
            </p:nvSpPr>
            <p:spPr>
              <a:xfrm>
                <a:off x="166343" y="662259"/>
                <a:ext cx="1819656" cy="1371600"/>
              </a:xfrm>
              <a:prstGeom prst="frame">
                <a:avLst>
                  <a:gd name="adj1" fmla="val 7500"/>
                </a:avLst>
              </a:prstGeom>
              <a:solidFill>
                <a:schemeClr val="tx1"/>
              </a:solidFill>
              <a:ln w="0">
                <a:noFill/>
              </a:ln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>
                  <a:solidFill>
                    <a:schemeClr val="tx1"/>
                  </a:solidFill>
                </a:endParaRPr>
              </a:p>
            </p:txBody>
          </p:sp>
          <p:pic>
            <p:nvPicPr>
              <p:cNvPr id="122" name="Picture 121" descr="2007_004902.jpg"/>
              <p:cNvPicPr>
                <a:picLocks noChangeAspect="1"/>
              </p:cNvPicPr>
              <p:nvPr/>
            </p:nvPicPr>
            <p:blipFill>
              <a:blip r:embed="rId3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189568" y="683107"/>
                <a:ext cx="1773206" cy="1329905"/>
              </a:xfrm>
              <a:prstGeom prst="rect">
                <a:avLst/>
              </a:prstGeom>
            </p:spPr>
          </p:pic>
        </p:grpSp>
      </p:grpSp>
      <p:sp>
        <p:nvSpPr>
          <p:cNvPr id="31" name="Oval 30"/>
          <p:cNvSpPr>
            <a:spLocks noChangeAspect="1"/>
          </p:cNvSpPr>
          <p:nvPr/>
        </p:nvSpPr>
        <p:spPr bwMode="auto">
          <a:xfrm>
            <a:off x="2377440" y="4010557"/>
            <a:ext cx="137160" cy="137160"/>
          </a:xfrm>
          <a:prstGeom prst="ellipse">
            <a:avLst/>
          </a:prstGeom>
          <a:ln>
            <a:headEnd type="none" w="med" len="med"/>
            <a:tailEnd type="none" w="med" len="med"/>
          </a:ln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vert="horz" wrap="non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5000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12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itchFamily="-112" charset="0"/>
              <a:ea typeface="ＭＳ Ｐゴシック" pitchFamily="-112" charset="-128"/>
              <a:cs typeface="ＭＳ Ｐゴシック" pitchFamily="-112" charset="-128"/>
            </a:endParaRPr>
          </a:p>
        </p:txBody>
      </p:sp>
      <p:grpSp>
        <p:nvGrpSpPr>
          <p:cNvPr id="12" name="Group 11"/>
          <p:cNvGrpSpPr/>
          <p:nvPr/>
        </p:nvGrpSpPr>
        <p:grpSpPr>
          <a:xfrm>
            <a:off x="2514600" y="3649980"/>
            <a:ext cx="1161611" cy="671668"/>
            <a:chOff x="2514600" y="3497580"/>
            <a:chExt cx="1161611" cy="671668"/>
          </a:xfrm>
        </p:grpSpPr>
        <p:cxnSp>
          <p:nvCxnSpPr>
            <p:cNvPr id="32" name="Straight Arrow Connector 31"/>
            <p:cNvCxnSpPr>
              <a:stCxn id="31" idx="6"/>
              <a:endCxn id="27" idx="2"/>
            </p:cNvCxnSpPr>
            <p:nvPr/>
          </p:nvCxnSpPr>
          <p:spPr bwMode="auto">
            <a:xfrm flipV="1">
              <a:off x="2514600" y="3497580"/>
              <a:ext cx="762000" cy="429157"/>
            </a:xfrm>
            <a:prstGeom prst="straightConnector1">
              <a:avLst/>
            </a:prstGeom>
            <a:solidFill>
              <a:schemeClr val="accent1"/>
            </a:solidFill>
            <a:ln w="12700" cap="flat" cmpd="sng" algn="ctr">
              <a:solidFill>
                <a:schemeClr val="tx1"/>
              </a:solidFill>
              <a:prstDash val="solid"/>
              <a:round/>
              <a:headEnd type="arrow"/>
              <a:tailEnd type="arrow"/>
            </a:ln>
            <a:effectLst/>
          </p:spPr>
        </p:cxnSp>
        <p:sp>
          <p:nvSpPr>
            <p:cNvPr id="38" name="TextBox 37"/>
            <p:cNvSpPr txBox="1"/>
            <p:nvPr/>
          </p:nvSpPr>
          <p:spPr>
            <a:xfrm rot="19839628">
              <a:off x="2653387" y="3646028"/>
              <a:ext cx="1022824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400" dirty="0"/>
                <a:t>Estimation</a:t>
              </a:r>
              <a:br>
                <a:rPr lang="en-US" sz="1400" dirty="0"/>
              </a:br>
              <a:r>
                <a:rPr lang="en-US" sz="1400" dirty="0"/>
                <a:t>Error</a:t>
              </a:r>
            </a:p>
          </p:txBody>
        </p:sp>
      </p:grpSp>
      <p:sp>
        <p:nvSpPr>
          <p:cNvPr id="39" name="Oval 38"/>
          <p:cNvSpPr>
            <a:spLocks noChangeAspect="1"/>
          </p:cNvSpPr>
          <p:nvPr/>
        </p:nvSpPr>
        <p:spPr bwMode="auto">
          <a:xfrm>
            <a:off x="2758440" y="4406797"/>
            <a:ext cx="137160" cy="137160"/>
          </a:xfrm>
          <a:prstGeom prst="ellipse">
            <a:avLst/>
          </a:prstGeom>
          <a:ln>
            <a:headEnd type="none" w="med" len="med"/>
            <a:tailEnd type="none" w="med" len="med"/>
          </a:ln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vert="horz" wrap="non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5000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12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itchFamily="-112" charset="0"/>
              <a:ea typeface="ＭＳ Ｐゴシック" pitchFamily="-112" charset="-128"/>
              <a:cs typeface="ＭＳ Ｐゴシック" pitchFamily="-112" charset="-128"/>
            </a:endParaRPr>
          </a:p>
        </p:txBody>
      </p:sp>
      <p:grpSp>
        <p:nvGrpSpPr>
          <p:cNvPr id="13" name="Group 12"/>
          <p:cNvGrpSpPr/>
          <p:nvPr/>
        </p:nvGrpSpPr>
        <p:grpSpPr>
          <a:xfrm>
            <a:off x="2215314" y="3962400"/>
            <a:ext cx="563213" cy="1182460"/>
            <a:chOff x="2200074" y="3914243"/>
            <a:chExt cx="563213" cy="1182460"/>
          </a:xfrm>
        </p:grpSpPr>
        <p:cxnSp>
          <p:nvCxnSpPr>
            <p:cNvPr id="40" name="Straight Arrow Connector 39"/>
            <p:cNvCxnSpPr>
              <a:stCxn id="31" idx="5"/>
              <a:endCxn id="39" idx="1"/>
            </p:cNvCxnSpPr>
            <p:nvPr/>
          </p:nvCxnSpPr>
          <p:spPr bwMode="auto">
            <a:xfrm>
              <a:off x="2479273" y="4155673"/>
              <a:ext cx="284014" cy="299254"/>
            </a:xfrm>
            <a:prstGeom prst="straightConnector1">
              <a:avLst/>
            </a:prstGeom>
            <a:solidFill>
              <a:schemeClr val="accent1"/>
            </a:solidFill>
            <a:ln w="12700" cap="flat" cmpd="sng" algn="ctr">
              <a:solidFill>
                <a:schemeClr val="tx1"/>
              </a:solidFill>
              <a:prstDash val="solid"/>
              <a:round/>
              <a:headEnd type="arrow"/>
              <a:tailEnd type="arrow"/>
            </a:ln>
            <a:effectLst/>
          </p:spPr>
        </p:cxnSp>
        <p:sp>
          <p:nvSpPr>
            <p:cNvPr id="43" name="TextBox 42"/>
            <p:cNvSpPr txBox="1"/>
            <p:nvPr/>
          </p:nvSpPr>
          <p:spPr>
            <a:xfrm rot="2966218">
              <a:off x="1870454" y="4243863"/>
              <a:ext cx="1182460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400" dirty="0"/>
                <a:t>Optimization</a:t>
              </a:r>
              <a:br>
                <a:rPr lang="en-US" sz="1400" dirty="0"/>
              </a:br>
              <a:r>
                <a:rPr lang="en-US" sz="1400" dirty="0"/>
                <a:t>Error</a:t>
              </a:r>
            </a:p>
          </p:txBody>
        </p:sp>
      </p:grpSp>
      <p:sp>
        <p:nvSpPr>
          <p:cNvPr id="44" name="Oval 43"/>
          <p:cNvSpPr/>
          <p:nvPr/>
        </p:nvSpPr>
        <p:spPr bwMode="auto">
          <a:xfrm>
            <a:off x="914400" y="3349170"/>
            <a:ext cx="2667000" cy="1527630"/>
          </a:xfrm>
          <a:prstGeom prst="ellipse">
            <a:avLst/>
          </a:prstGeom>
          <a:noFill/>
          <a:ln>
            <a:headEnd type="none" w="med" len="med"/>
            <a:tailEnd type="non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vert="horz" wrap="non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5000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12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itchFamily="-112" charset="0"/>
              <a:ea typeface="ＭＳ Ｐゴシック" pitchFamily="-112" charset="-128"/>
              <a:cs typeface="ＭＳ Ｐゴシック" pitchFamily="-112" charset="-128"/>
            </a:endParaRPr>
          </a:p>
        </p:txBody>
      </p:sp>
      <p:grpSp>
        <p:nvGrpSpPr>
          <p:cNvPr id="3" name="Group 2"/>
          <p:cNvGrpSpPr/>
          <p:nvPr/>
        </p:nvGrpSpPr>
        <p:grpSpPr>
          <a:xfrm>
            <a:off x="762000" y="2837708"/>
            <a:ext cx="1993713" cy="1429492"/>
            <a:chOff x="381000" y="947948"/>
            <a:chExt cx="1993713" cy="1429492"/>
          </a:xfrm>
        </p:grpSpPr>
        <p:pic>
          <p:nvPicPr>
            <p:cNvPr id="24" name="Picture 23" descr="2007_004902.jpg"/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81000" y="947948"/>
              <a:ext cx="1993713" cy="1429492"/>
            </a:xfrm>
            <a:prstGeom prst="rect">
              <a:avLst/>
            </a:prstGeom>
            <a:scene3d>
              <a:camera prst="orthographicFront">
                <a:rot lat="954000" lon="18034448" rev="17280000"/>
              </a:camera>
              <a:lightRig rig="threePt" dir="t"/>
            </a:scene3d>
          </p:spPr>
        </p:pic>
        <p:cxnSp>
          <p:nvCxnSpPr>
            <p:cNvPr id="28" name="Straight Connector 27"/>
            <p:cNvCxnSpPr>
              <a:stCxn id="50" idx="5"/>
              <a:endCxn id="42" idx="1"/>
            </p:cNvCxnSpPr>
            <p:nvPr/>
          </p:nvCxnSpPr>
          <p:spPr>
            <a:xfrm>
              <a:off x="1365209" y="1285725"/>
              <a:ext cx="538901" cy="577099"/>
            </a:xfrm>
            <a:prstGeom prst="line">
              <a:avLst/>
            </a:prstGeom>
            <a:ln w="25400">
              <a:solidFill>
                <a:srgbClr val="FF00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3" name="Straight Connector 32"/>
            <p:cNvCxnSpPr>
              <a:stCxn id="52" idx="5"/>
              <a:endCxn id="41" idx="1"/>
            </p:cNvCxnSpPr>
            <p:nvPr/>
          </p:nvCxnSpPr>
          <p:spPr>
            <a:xfrm>
              <a:off x="787116" y="1464984"/>
              <a:ext cx="538901" cy="577099"/>
            </a:xfrm>
            <a:prstGeom prst="line">
              <a:avLst/>
            </a:prstGeom>
            <a:ln w="25400">
              <a:solidFill>
                <a:srgbClr val="FF00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Connector 33"/>
            <p:cNvCxnSpPr>
              <a:stCxn id="51" idx="5"/>
              <a:endCxn id="37" idx="1"/>
            </p:cNvCxnSpPr>
            <p:nvPr/>
          </p:nvCxnSpPr>
          <p:spPr>
            <a:xfrm>
              <a:off x="1076161" y="1375354"/>
              <a:ext cx="538901" cy="577099"/>
            </a:xfrm>
            <a:prstGeom prst="line">
              <a:avLst/>
            </a:prstGeom>
            <a:ln w="25400">
              <a:solidFill>
                <a:srgbClr val="FF00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5" name="Straight Connector 34"/>
            <p:cNvCxnSpPr>
              <a:stCxn id="53" idx="5"/>
              <a:endCxn id="45" idx="1"/>
            </p:cNvCxnSpPr>
            <p:nvPr/>
          </p:nvCxnSpPr>
          <p:spPr>
            <a:xfrm>
              <a:off x="498073" y="1554618"/>
              <a:ext cx="538900" cy="577099"/>
            </a:xfrm>
            <a:prstGeom prst="line">
              <a:avLst/>
            </a:prstGeom>
            <a:ln w="25400">
              <a:solidFill>
                <a:srgbClr val="FF00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6" name="Straight Connector 35"/>
            <p:cNvCxnSpPr/>
            <p:nvPr/>
          </p:nvCxnSpPr>
          <p:spPr>
            <a:xfrm flipH="1">
              <a:off x="1112551" y="1892272"/>
              <a:ext cx="867139" cy="268888"/>
            </a:xfrm>
            <a:prstGeom prst="line">
              <a:avLst/>
            </a:prstGeom>
            <a:ln w="25400">
              <a:solidFill>
                <a:srgbClr val="FF00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7" name="Oval 36"/>
            <p:cNvSpPr>
              <a:spLocks noChangeAspect="1"/>
            </p:cNvSpPr>
            <p:nvPr/>
          </p:nvSpPr>
          <p:spPr>
            <a:xfrm>
              <a:off x="1598008" y="1936220"/>
              <a:ext cx="116477" cy="110900"/>
            </a:xfrm>
            <a:prstGeom prst="ellipse">
              <a:avLst/>
            </a:prstGeom>
            <a:gradFill>
              <a:gsLst>
                <a:gs pos="0">
                  <a:srgbClr val="3F80CD"/>
                </a:gs>
                <a:gs pos="100000">
                  <a:srgbClr val="9BC1FF"/>
                </a:gs>
              </a:gsLst>
            </a:gradFill>
            <a:ln w="0">
              <a:solidFill>
                <a:srgbClr val="4A7EBB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lIns="91427" tIns="45713" rIns="91427" bIns="45713" spcCol="0" rtlCol="0" anchor="ctr"/>
            <a:lstStyle/>
            <a:p>
              <a:pPr algn="ctr"/>
              <a:endParaRPr lang="en-US" baseline="30000"/>
            </a:p>
          </p:txBody>
        </p:sp>
        <p:sp>
          <p:nvSpPr>
            <p:cNvPr id="41" name="Oval 40"/>
            <p:cNvSpPr>
              <a:spLocks noChangeAspect="1"/>
            </p:cNvSpPr>
            <p:nvPr/>
          </p:nvSpPr>
          <p:spPr>
            <a:xfrm>
              <a:off x="1308962" y="2025843"/>
              <a:ext cx="116477" cy="110900"/>
            </a:xfrm>
            <a:prstGeom prst="ellipse">
              <a:avLst/>
            </a:prstGeom>
            <a:gradFill>
              <a:gsLst>
                <a:gs pos="0">
                  <a:srgbClr val="3F80CD"/>
                </a:gs>
                <a:gs pos="100000">
                  <a:srgbClr val="9BC1FF"/>
                </a:gs>
              </a:gsLst>
            </a:gradFill>
            <a:ln w="0">
              <a:solidFill>
                <a:srgbClr val="4A7EBB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lIns="91427" tIns="45713" rIns="91427" bIns="45713" spcCol="0" rtlCol="0" anchor="ctr"/>
            <a:lstStyle/>
            <a:p>
              <a:pPr algn="ctr"/>
              <a:endParaRPr lang="en-US" baseline="30000"/>
            </a:p>
          </p:txBody>
        </p:sp>
        <p:sp>
          <p:nvSpPr>
            <p:cNvPr id="42" name="Oval 41"/>
            <p:cNvSpPr>
              <a:spLocks noChangeAspect="1"/>
            </p:cNvSpPr>
            <p:nvPr/>
          </p:nvSpPr>
          <p:spPr>
            <a:xfrm>
              <a:off x="1887053" y="1846591"/>
              <a:ext cx="116477" cy="110900"/>
            </a:xfrm>
            <a:prstGeom prst="ellipse">
              <a:avLst/>
            </a:prstGeom>
            <a:gradFill>
              <a:gsLst>
                <a:gs pos="0">
                  <a:srgbClr val="3F80CD"/>
                </a:gs>
                <a:gs pos="100000">
                  <a:srgbClr val="9BC1FF"/>
                </a:gs>
              </a:gsLst>
            </a:gradFill>
            <a:ln w="0">
              <a:solidFill>
                <a:srgbClr val="4A7EBB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lIns="91427" tIns="45713" rIns="91427" bIns="45713" spcCol="0" rtlCol="0" anchor="ctr"/>
            <a:lstStyle/>
            <a:p>
              <a:pPr algn="ctr"/>
              <a:endParaRPr lang="en-US" baseline="30000"/>
            </a:p>
          </p:txBody>
        </p:sp>
        <p:sp>
          <p:nvSpPr>
            <p:cNvPr id="45" name="Oval 44"/>
            <p:cNvSpPr>
              <a:spLocks noChangeAspect="1"/>
            </p:cNvSpPr>
            <p:nvPr/>
          </p:nvSpPr>
          <p:spPr>
            <a:xfrm>
              <a:off x="1019914" y="2115473"/>
              <a:ext cx="116477" cy="110900"/>
            </a:xfrm>
            <a:prstGeom prst="ellipse">
              <a:avLst/>
            </a:prstGeom>
            <a:gradFill>
              <a:gsLst>
                <a:gs pos="0">
                  <a:srgbClr val="3F80CD"/>
                </a:gs>
                <a:gs pos="100000">
                  <a:srgbClr val="9BC1FF"/>
                </a:gs>
              </a:gsLst>
            </a:gradFill>
            <a:ln w="0">
              <a:solidFill>
                <a:srgbClr val="4A7EBB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lIns="91427" tIns="45713" rIns="91427" bIns="45713" spcCol="0" rtlCol="0" anchor="ctr"/>
            <a:lstStyle/>
            <a:p>
              <a:pPr algn="ctr"/>
              <a:endParaRPr lang="en-US" baseline="30000"/>
            </a:p>
          </p:txBody>
        </p:sp>
        <p:cxnSp>
          <p:nvCxnSpPr>
            <p:cNvPr id="46" name="Straight Connector 45"/>
            <p:cNvCxnSpPr/>
            <p:nvPr/>
          </p:nvCxnSpPr>
          <p:spPr>
            <a:xfrm flipH="1">
              <a:off x="948697" y="1737994"/>
              <a:ext cx="867139" cy="268888"/>
            </a:xfrm>
            <a:prstGeom prst="line">
              <a:avLst/>
            </a:prstGeom>
            <a:ln w="25400">
              <a:solidFill>
                <a:srgbClr val="FF00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7" name="Straight Connector 46"/>
            <p:cNvCxnSpPr/>
            <p:nvPr/>
          </p:nvCxnSpPr>
          <p:spPr>
            <a:xfrm flipH="1">
              <a:off x="787119" y="1574446"/>
              <a:ext cx="867139" cy="268888"/>
            </a:xfrm>
            <a:prstGeom prst="line">
              <a:avLst/>
            </a:prstGeom>
            <a:ln w="25400">
              <a:solidFill>
                <a:srgbClr val="FF00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8" name="Straight Connector 47"/>
            <p:cNvCxnSpPr/>
            <p:nvPr/>
          </p:nvCxnSpPr>
          <p:spPr>
            <a:xfrm flipH="1">
              <a:off x="642594" y="1407006"/>
              <a:ext cx="867139" cy="268888"/>
            </a:xfrm>
            <a:prstGeom prst="line">
              <a:avLst/>
            </a:prstGeom>
            <a:ln w="25400">
              <a:solidFill>
                <a:srgbClr val="FF00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9" name="Straight Connector 48"/>
            <p:cNvCxnSpPr/>
            <p:nvPr/>
          </p:nvCxnSpPr>
          <p:spPr>
            <a:xfrm flipH="1">
              <a:off x="458882" y="1250685"/>
              <a:ext cx="867139" cy="268888"/>
            </a:xfrm>
            <a:prstGeom prst="line">
              <a:avLst/>
            </a:prstGeom>
            <a:ln w="25400">
              <a:solidFill>
                <a:srgbClr val="FF00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50" name="Oval 49"/>
            <p:cNvSpPr>
              <a:spLocks noChangeAspect="1"/>
            </p:cNvSpPr>
            <p:nvPr/>
          </p:nvSpPr>
          <p:spPr>
            <a:xfrm>
              <a:off x="1265792" y="1191073"/>
              <a:ext cx="116477" cy="110900"/>
            </a:xfrm>
            <a:prstGeom prst="ellipse">
              <a:avLst/>
            </a:prstGeom>
            <a:gradFill>
              <a:gsLst>
                <a:gs pos="0">
                  <a:srgbClr val="3F80CD"/>
                </a:gs>
                <a:gs pos="100000">
                  <a:srgbClr val="9BC1FF"/>
                </a:gs>
              </a:gsLst>
            </a:gradFill>
            <a:ln w="0">
              <a:solidFill>
                <a:srgbClr val="4A7EBB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lIns="91427" tIns="45713" rIns="91427" bIns="45713" spcCol="0" rtlCol="0" anchor="ctr"/>
            <a:lstStyle/>
            <a:p>
              <a:pPr algn="ctr"/>
              <a:endParaRPr lang="en-US" baseline="30000"/>
            </a:p>
          </p:txBody>
        </p:sp>
        <p:sp>
          <p:nvSpPr>
            <p:cNvPr id="51" name="Oval 50"/>
            <p:cNvSpPr>
              <a:spLocks noChangeAspect="1"/>
            </p:cNvSpPr>
            <p:nvPr/>
          </p:nvSpPr>
          <p:spPr>
            <a:xfrm>
              <a:off x="976745" y="1280703"/>
              <a:ext cx="116477" cy="110900"/>
            </a:xfrm>
            <a:prstGeom prst="ellipse">
              <a:avLst/>
            </a:prstGeom>
            <a:gradFill>
              <a:gsLst>
                <a:gs pos="0">
                  <a:srgbClr val="3F80CD"/>
                </a:gs>
                <a:gs pos="100000">
                  <a:srgbClr val="9BC1FF"/>
                </a:gs>
              </a:gsLst>
            </a:gradFill>
            <a:ln w="0">
              <a:solidFill>
                <a:srgbClr val="4A7EBB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lIns="91427" tIns="45713" rIns="91427" bIns="45713" spcCol="0" rtlCol="0" anchor="ctr"/>
            <a:lstStyle/>
            <a:p>
              <a:pPr algn="ctr"/>
              <a:endParaRPr lang="en-US" baseline="30000"/>
            </a:p>
          </p:txBody>
        </p:sp>
        <p:sp>
          <p:nvSpPr>
            <p:cNvPr id="52" name="Oval 51"/>
            <p:cNvSpPr>
              <a:spLocks noChangeAspect="1"/>
            </p:cNvSpPr>
            <p:nvPr/>
          </p:nvSpPr>
          <p:spPr>
            <a:xfrm>
              <a:off x="687699" y="1370331"/>
              <a:ext cx="116477" cy="110900"/>
            </a:xfrm>
            <a:prstGeom prst="ellipse">
              <a:avLst/>
            </a:prstGeom>
            <a:gradFill>
              <a:gsLst>
                <a:gs pos="0">
                  <a:srgbClr val="3F80CD"/>
                </a:gs>
                <a:gs pos="100000">
                  <a:srgbClr val="9BC1FF"/>
                </a:gs>
              </a:gsLst>
            </a:gradFill>
            <a:ln w="0">
              <a:solidFill>
                <a:srgbClr val="4A7EBB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lIns="91427" tIns="45713" rIns="91427" bIns="45713" spcCol="0" rtlCol="0" anchor="ctr"/>
            <a:lstStyle/>
            <a:p>
              <a:pPr algn="ctr"/>
              <a:endParaRPr lang="en-US" baseline="30000"/>
            </a:p>
          </p:txBody>
        </p:sp>
        <p:sp>
          <p:nvSpPr>
            <p:cNvPr id="53" name="Oval 52"/>
            <p:cNvSpPr>
              <a:spLocks noChangeAspect="1"/>
            </p:cNvSpPr>
            <p:nvPr/>
          </p:nvSpPr>
          <p:spPr>
            <a:xfrm>
              <a:off x="398654" y="1459960"/>
              <a:ext cx="116477" cy="110900"/>
            </a:xfrm>
            <a:prstGeom prst="ellipse">
              <a:avLst/>
            </a:prstGeom>
            <a:gradFill>
              <a:gsLst>
                <a:gs pos="0">
                  <a:srgbClr val="3F80CD"/>
                </a:gs>
                <a:gs pos="100000">
                  <a:srgbClr val="9BC1FF"/>
                </a:gs>
              </a:gsLst>
            </a:gradFill>
            <a:ln w="0">
              <a:solidFill>
                <a:srgbClr val="4A7EBB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lIns="91427" tIns="45713" rIns="91427" bIns="45713" spcCol="0" rtlCol="0" anchor="ctr"/>
            <a:lstStyle/>
            <a:p>
              <a:pPr algn="ctr"/>
              <a:endParaRPr lang="en-US" baseline="30000"/>
            </a:p>
          </p:txBody>
        </p:sp>
        <p:sp>
          <p:nvSpPr>
            <p:cNvPr id="54" name="Oval 53"/>
            <p:cNvSpPr>
              <a:spLocks noChangeAspect="1"/>
            </p:cNvSpPr>
            <p:nvPr/>
          </p:nvSpPr>
          <p:spPr>
            <a:xfrm>
              <a:off x="1421108" y="1354953"/>
              <a:ext cx="116477" cy="110900"/>
            </a:xfrm>
            <a:prstGeom prst="ellipse">
              <a:avLst/>
            </a:prstGeom>
            <a:gradFill>
              <a:gsLst>
                <a:gs pos="0">
                  <a:srgbClr val="3F80CD"/>
                </a:gs>
                <a:gs pos="100000">
                  <a:srgbClr val="9BC1FF"/>
                </a:gs>
              </a:gsLst>
            </a:gradFill>
            <a:ln w="0">
              <a:solidFill>
                <a:srgbClr val="4A7EBB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lIns="91427" tIns="45713" rIns="91427" bIns="45713" spcCol="0" rtlCol="0" anchor="ctr"/>
            <a:lstStyle/>
            <a:p>
              <a:pPr algn="ctr"/>
              <a:endParaRPr lang="en-US" baseline="30000"/>
            </a:p>
          </p:txBody>
        </p:sp>
        <p:sp>
          <p:nvSpPr>
            <p:cNvPr id="55" name="Oval 54"/>
            <p:cNvSpPr>
              <a:spLocks noChangeAspect="1"/>
            </p:cNvSpPr>
            <p:nvPr/>
          </p:nvSpPr>
          <p:spPr>
            <a:xfrm>
              <a:off x="1576422" y="1518832"/>
              <a:ext cx="116477" cy="110900"/>
            </a:xfrm>
            <a:prstGeom prst="ellipse">
              <a:avLst/>
            </a:prstGeom>
            <a:gradFill>
              <a:gsLst>
                <a:gs pos="0">
                  <a:srgbClr val="3F80CD"/>
                </a:gs>
                <a:gs pos="100000">
                  <a:srgbClr val="9BC1FF"/>
                </a:gs>
              </a:gsLst>
            </a:gradFill>
            <a:ln w="0">
              <a:solidFill>
                <a:srgbClr val="4A7EBB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lIns="91427" tIns="45713" rIns="91427" bIns="45713" spcCol="0" rtlCol="0" anchor="ctr"/>
            <a:lstStyle/>
            <a:p>
              <a:pPr algn="ctr"/>
              <a:endParaRPr lang="en-US" baseline="30000"/>
            </a:p>
          </p:txBody>
        </p:sp>
        <p:sp>
          <p:nvSpPr>
            <p:cNvPr id="56" name="Oval 55"/>
            <p:cNvSpPr>
              <a:spLocks noChangeAspect="1"/>
            </p:cNvSpPr>
            <p:nvPr/>
          </p:nvSpPr>
          <p:spPr>
            <a:xfrm>
              <a:off x="1132061" y="1444582"/>
              <a:ext cx="116477" cy="110900"/>
            </a:xfrm>
            <a:prstGeom prst="ellipse">
              <a:avLst/>
            </a:prstGeom>
            <a:gradFill>
              <a:gsLst>
                <a:gs pos="0">
                  <a:srgbClr val="3F80CD"/>
                </a:gs>
                <a:gs pos="100000">
                  <a:srgbClr val="9BC1FF"/>
                </a:gs>
              </a:gsLst>
            </a:gradFill>
            <a:ln w="0">
              <a:solidFill>
                <a:srgbClr val="4A7EBB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lIns="91427" tIns="45713" rIns="91427" bIns="45713" spcCol="0" rtlCol="0" anchor="ctr"/>
            <a:lstStyle/>
            <a:p>
              <a:pPr algn="ctr"/>
              <a:endParaRPr lang="en-US" baseline="30000"/>
            </a:p>
          </p:txBody>
        </p:sp>
        <p:sp>
          <p:nvSpPr>
            <p:cNvPr id="57" name="Oval 56"/>
            <p:cNvSpPr>
              <a:spLocks noChangeAspect="1"/>
            </p:cNvSpPr>
            <p:nvPr/>
          </p:nvSpPr>
          <p:spPr>
            <a:xfrm>
              <a:off x="1287377" y="1608462"/>
              <a:ext cx="116477" cy="110900"/>
            </a:xfrm>
            <a:prstGeom prst="ellipse">
              <a:avLst/>
            </a:prstGeom>
            <a:gradFill>
              <a:gsLst>
                <a:gs pos="0">
                  <a:srgbClr val="3F80CD"/>
                </a:gs>
                <a:gs pos="100000">
                  <a:srgbClr val="9BC1FF"/>
                </a:gs>
              </a:gsLst>
            </a:gradFill>
            <a:ln w="0">
              <a:solidFill>
                <a:srgbClr val="4A7EBB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lIns="91427" tIns="45713" rIns="91427" bIns="45713" spcCol="0" rtlCol="0" anchor="ctr"/>
            <a:lstStyle/>
            <a:p>
              <a:pPr algn="ctr"/>
              <a:endParaRPr lang="en-US" baseline="30000"/>
            </a:p>
          </p:txBody>
        </p:sp>
        <p:sp>
          <p:nvSpPr>
            <p:cNvPr id="58" name="Oval 57"/>
            <p:cNvSpPr>
              <a:spLocks noChangeAspect="1"/>
            </p:cNvSpPr>
            <p:nvPr/>
          </p:nvSpPr>
          <p:spPr>
            <a:xfrm>
              <a:off x="843015" y="1534212"/>
              <a:ext cx="116477" cy="110900"/>
            </a:xfrm>
            <a:prstGeom prst="ellipse">
              <a:avLst/>
            </a:prstGeom>
            <a:gradFill>
              <a:gsLst>
                <a:gs pos="0">
                  <a:srgbClr val="3F80CD"/>
                </a:gs>
                <a:gs pos="100000">
                  <a:srgbClr val="9BC1FF"/>
                </a:gs>
              </a:gsLst>
            </a:gradFill>
            <a:ln w="0">
              <a:solidFill>
                <a:srgbClr val="4A7EBB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lIns="91427" tIns="45713" rIns="91427" bIns="45713" spcCol="0" rtlCol="0" anchor="ctr"/>
            <a:lstStyle/>
            <a:p>
              <a:pPr algn="ctr"/>
              <a:endParaRPr lang="en-US" baseline="30000"/>
            </a:p>
          </p:txBody>
        </p:sp>
        <p:sp>
          <p:nvSpPr>
            <p:cNvPr id="59" name="Oval 58"/>
            <p:cNvSpPr>
              <a:spLocks noChangeAspect="1"/>
            </p:cNvSpPr>
            <p:nvPr/>
          </p:nvSpPr>
          <p:spPr>
            <a:xfrm>
              <a:off x="998330" y="1698087"/>
              <a:ext cx="116477" cy="110900"/>
            </a:xfrm>
            <a:prstGeom prst="ellipse">
              <a:avLst/>
            </a:prstGeom>
            <a:gradFill>
              <a:gsLst>
                <a:gs pos="0">
                  <a:srgbClr val="3F80CD"/>
                </a:gs>
                <a:gs pos="100000">
                  <a:srgbClr val="9BC1FF"/>
                </a:gs>
              </a:gsLst>
            </a:gradFill>
            <a:ln w="0">
              <a:solidFill>
                <a:srgbClr val="4A7EBB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lIns="91427" tIns="45713" rIns="91427" bIns="45713" spcCol="0" rtlCol="0" anchor="ctr"/>
            <a:lstStyle/>
            <a:p>
              <a:pPr algn="ctr"/>
              <a:endParaRPr lang="en-US" baseline="30000"/>
            </a:p>
          </p:txBody>
        </p:sp>
        <p:sp>
          <p:nvSpPr>
            <p:cNvPr id="60" name="Oval 59"/>
            <p:cNvSpPr>
              <a:spLocks noChangeAspect="1"/>
            </p:cNvSpPr>
            <p:nvPr/>
          </p:nvSpPr>
          <p:spPr>
            <a:xfrm>
              <a:off x="553969" y="1623840"/>
              <a:ext cx="116477" cy="110900"/>
            </a:xfrm>
            <a:prstGeom prst="ellipse">
              <a:avLst/>
            </a:prstGeom>
            <a:gradFill>
              <a:gsLst>
                <a:gs pos="0">
                  <a:srgbClr val="3F80CD"/>
                </a:gs>
                <a:gs pos="100000">
                  <a:srgbClr val="9BC1FF"/>
                </a:gs>
              </a:gsLst>
            </a:gradFill>
            <a:ln w="0">
              <a:solidFill>
                <a:srgbClr val="4A7EBB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lIns="91427" tIns="45713" rIns="91427" bIns="45713" spcCol="0" rtlCol="0" anchor="ctr"/>
            <a:lstStyle/>
            <a:p>
              <a:pPr algn="ctr"/>
              <a:endParaRPr lang="en-US" baseline="30000"/>
            </a:p>
          </p:txBody>
        </p:sp>
        <p:sp>
          <p:nvSpPr>
            <p:cNvPr id="61" name="Oval 60"/>
            <p:cNvSpPr>
              <a:spLocks noChangeAspect="1"/>
            </p:cNvSpPr>
            <p:nvPr/>
          </p:nvSpPr>
          <p:spPr>
            <a:xfrm>
              <a:off x="709284" y="1787717"/>
              <a:ext cx="116477" cy="110900"/>
            </a:xfrm>
            <a:prstGeom prst="ellipse">
              <a:avLst/>
            </a:prstGeom>
            <a:gradFill>
              <a:gsLst>
                <a:gs pos="0">
                  <a:srgbClr val="3F80CD"/>
                </a:gs>
                <a:gs pos="100000">
                  <a:srgbClr val="9BC1FF"/>
                </a:gs>
              </a:gsLst>
            </a:gradFill>
            <a:ln w="0">
              <a:solidFill>
                <a:srgbClr val="4A7EBB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lIns="91427" tIns="45713" rIns="91427" bIns="45713" spcCol="0" rtlCol="0" anchor="ctr"/>
            <a:lstStyle/>
            <a:p>
              <a:pPr algn="ctr"/>
              <a:endParaRPr lang="en-US" baseline="30000"/>
            </a:p>
          </p:txBody>
        </p:sp>
        <p:sp>
          <p:nvSpPr>
            <p:cNvPr id="62" name="Oval 61"/>
            <p:cNvSpPr>
              <a:spLocks noChangeAspect="1"/>
            </p:cNvSpPr>
            <p:nvPr/>
          </p:nvSpPr>
          <p:spPr>
            <a:xfrm>
              <a:off x="1731738" y="1682712"/>
              <a:ext cx="116477" cy="110900"/>
            </a:xfrm>
            <a:prstGeom prst="ellipse">
              <a:avLst/>
            </a:prstGeom>
            <a:gradFill>
              <a:gsLst>
                <a:gs pos="0">
                  <a:srgbClr val="3F80CD"/>
                </a:gs>
                <a:gs pos="100000">
                  <a:srgbClr val="9BC1FF"/>
                </a:gs>
              </a:gsLst>
            </a:gradFill>
            <a:ln w="0">
              <a:solidFill>
                <a:srgbClr val="4A7EBB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lIns="91427" tIns="45713" rIns="91427" bIns="45713" spcCol="0" rtlCol="0" anchor="ctr"/>
            <a:lstStyle/>
            <a:p>
              <a:pPr algn="ctr"/>
              <a:endParaRPr lang="en-US" baseline="30000"/>
            </a:p>
          </p:txBody>
        </p:sp>
        <p:sp>
          <p:nvSpPr>
            <p:cNvPr id="63" name="Oval 62"/>
            <p:cNvSpPr>
              <a:spLocks noChangeAspect="1"/>
            </p:cNvSpPr>
            <p:nvPr/>
          </p:nvSpPr>
          <p:spPr>
            <a:xfrm>
              <a:off x="1442691" y="1772339"/>
              <a:ext cx="116477" cy="110900"/>
            </a:xfrm>
            <a:prstGeom prst="ellipse">
              <a:avLst/>
            </a:prstGeom>
            <a:gradFill>
              <a:gsLst>
                <a:gs pos="0">
                  <a:srgbClr val="3F80CD"/>
                </a:gs>
                <a:gs pos="100000">
                  <a:srgbClr val="9BC1FF"/>
                </a:gs>
              </a:gsLst>
            </a:gradFill>
            <a:ln w="0">
              <a:solidFill>
                <a:srgbClr val="4A7EBB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lIns="91427" tIns="45713" rIns="91427" bIns="45713" spcCol="0" rtlCol="0" anchor="ctr"/>
            <a:lstStyle/>
            <a:p>
              <a:pPr algn="ctr"/>
              <a:endParaRPr lang="en-US" baseline="30000"/>
            </a:p>
          </p:txBody>
        </p:sp>
        <p:sp>
          <p:nvSpPr>
            <p:cNvPr id="64" name="Oval 63"/>
            <p:cNvSpPr>
              <a:spLocks noChangeAspect="1"/>
            </p:cNvSpPr>
            <p:nvPr/>
          </p:nvSpPr>
          <p:spPr>
            <a:xfrm>
              <a:off x="1153644" y="1861969"/>
              <a:ext cx="116477" cy="110900"/>
            </a:xfrm>
            <a:prstGeom prst="ellipse">
              <a:avLst/>
            </a:prstGeom>
            <a:gradFill>
              <a:gsLst>
                <a:gs pos="0">
                  <a:srgbClr val="3F80CD"/>
                </a:gs>
                <a:gs pos="100000">
                  <a:srgbClr val="9BC1FF"/>
                </a:gs>
              </a:gsLst>
            </a:gradFill>
            <a:ln w="0">
              <a:solidFill>
                <a:srgbClr val="4A7EBB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lIns="91427" tIns="45713" rIns="91427" bIns="45713" spcCol="0" rtlCol="0" anchor="ctr"/>
            <a:lstStyle/>
            <a:p>
              <a:pPr algn="ctr"/>
              <a:endParaRPr lang="en-US" baseline="30000"/>
            </a:p>
          </p:txBody>
        </p:sp>
        <p:sp>
          <p:nvSpPr>
            <p:cNvPr id="65" name="Oval 64"/>
            <p:cNvSpPr>
              <a:spLocks noChangeAspect="1"/>
            </p:cNvSpPr>
            <p:nvPr/>
          </p:nvSpPr>
          <p:spPr>
            <a:xfrm>
              <a:off x="864599" y="1951599"/>
              <a:ext cx="116477" cy="110900"/>
            </a:xfrm>
            <a:prstGeom prst="ellipse">
              <a:avLst/>
            </a:prstGeom>
            <a:gradFill>
              <a:gsLst>
                <a:gs pos="0">
                  <a:srgbClr val="3F80CD"/>
                </a:gs>
                <a:gs pos="100000">
                  <a:srgbClr val="9BC1FF"/>
                </a:gs>
              </a:gsLst>
            </a:gradFill>
            <a:ln w="0">
              <a:solidFill>
                <a:srgbClr val="4A7EBB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lIns="91427" tIns="45713" rIns="91427" bIns="45713" spcCol="0" rtlCol="0" anchor="ctr"/>
            <a:lstStyle/>
            <a:p>
              <a:pPr algn="ctr"/>
              <a:endParaRPr lang="en-US" baseline="30000"/>
            </a:p>
          </p:txBody>
        </p:sp>
      </p:grpSp>
      <p:cxnSp>
        <p:nvCxnSpPr>
          <p:cNvPr id="29" name="Straight Arrow Connector 28"/>
          <p:cNvCxnSpPr>
            <a:stCxn id="27" idx="7"/>
            <a:endCxn id="15" idx="3"/>
          </p:cNvCxnSpPr>
          <p:nvPr/>
        </p:nvCxnSpPr>
        <p:spPr bwMode="auto">
          <a:xfrm flipV="1">
            <a:off x="3393673" y="1772428"/>
            <a:ext cx="2646214" cy="1829059"/>
          </a:xfrm>
          <a:prstGeom prst="straightConnector1">
            <a:avLst/>
          </a:prstGeom>
          <a:solidFill>
            <a:schemeClr val="accent1"/>
          </a:solidFill>
          <a:ln w="12700" cap="flat" cmpd="sng" algn="ctr">
            <a:solidFill>
              <a:schemeClr val="tx1"/>
            </a:solidFill>
            <a:prstDash val="solid"/>
            <a:round/>
            <a:headEnd type="arrow"/>
            <a:tailEnd type="arrow"/>
          </a:ln>
          <a:effectLst/>
        </p:spPr>
      </p:cxnSp>
      <p:sp>
        <p:nvSpPr>
          <p:cNvPr id="27" name="Oval 26"/>
          <p:cNvSpPr>
            <a:spLocks noChangeAspect="1"/>
          </p:cNvSpPr>
          <p:nvPr/>
        </p:nvSpPr>
        <p:spPr bwMode="auto">
          <a:xfrm>
            <a:off x="3276600" y="3581400"/>
            <a:ext cx="137160" cy="137160"/>
          </a:xfrm>
          <a:prstGeom prst="ellipse">
            <a:avLst/>
          </a:prstGeom>
          <a:ln>
            <a:headEnd type="none" w="med" len="med"/>
            <a:tailEnd type="none" w="med" len="med"/>
          </a:ln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vert="horz" wrap="non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5000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12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itchFamily="-112" charset="0"/>
              <a:ea typeface="ＭＳ Ｐゴシック" pitchFamily="-112" charset="-128"/>
              <a:cs typeface="ＭＳ Ｐゴシック" pitchFamily="-112" charset="-128"/>
            </a:endParaRPr>
          </a:p>
        </p:txBody>
      </p:sp>
      <p:sp>
        <p:nvSpPr>
          <p:cNvPr id="30" name="TextBox 29"/>
          <p:cNvSpPr txBox="1"/>
          <p:nvPr/>
        </p:nvSpPr>
        <p:spPr>
          <a:xfrm rot="19476700">
            <a:off x="3893974" y="2816637"/>
            <a:ext cx="1404445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/>
              <a:t>Modeling Error</a:t>
            </a:r>
          </a:p>
        </p:txBody>
      </p:sp>
      <p:sp>
        <p:nvSpPr>
          <p:cNvPr id="26" name="TextBox 25"/>
          <p:cNvSpPr txBox="1"/>
          <p:nvPr/>
        </p:nvSpPr>
        <p:spPr>
          <a:xfrm rot="1571769">
            <a:off x="849993" y="4481798"/>
            <a:ext cx="1403412" cy="369332"/>
          </a:xfrm>
          <a:prstGeom prst="rect">
            <a:avLst/>
          </a:prstGeom>
          <a:solidFill>
            <a:schemeClr val="bg1"/>
          </a:solidFill>
        </p:spPr>
        <p:txBody>
          <a:bodyPr wrap="none" rtlCol="0">
            <a:spAutoFit/>
          </a:bodyPr>
          <a:lstStyle/>
          <a:p>
            <a:r>
              <a:rPr lang="en-US" sz="1800" dirty="0"/>
              <a:t>model class</a:t>
            </a:r>
          </a:p>
        </p:txBody>
      </p:sp>
    </p:spTree>
    <p:extLst>
      <p:ext uri="{BB962C8B-B14F-4D97-AF65-F5344CB8AC3E}">
        <p14:creationId xmlns:p14="http://schemas.microsoft.com/office/powerpoint/2010/main" val="205938647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Oval 122"/>
          <p:cNvSpPr/>
          <p:nvPr/>
        </p:nvSpPr>
        <p:spPr bwMode="auto">
          <a:xfrm>
            <a:off x="701598" y="1981200"/>
            <a:ext cx="7162800" cy="4343400"/>
          </a:xfrm>
          <a:prstGeom prst="ellipse">
            <a:avLst/>
          </a:prstGeom>
          <a:noFill/>
          <a:ln>
            <a:headEnd type="none" w="med" len="med"/>
            <a:tailEnd type="non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vert="horz" wrap="non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5000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12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itchFamily="-112" charset="0"/>
              <a:ea typeface="ＭＳ Ｐゴシック" pitchFamily="-112" charset="-128"/>
              <a:cs typeface="ＭＳ Ｐゴシック" pitchFamily="-112" charset="-128"/>
            </a:endParaRP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Error Decomposition</a:t>
            </a:r>
          </a:p>
        </p:txBody>
      </p:sp>
      <p:grpSp>
        <p:nvGrpSpPr>
          <p:cNvPr id="8" name="Group 7"/>
          <p:cNvGrpSpPr/>
          <p:nvPr/>
        </p:nvGrpSpPr>
        <p:grpSpPr>
          <a:xfrm>
            <a:off x="6035598" y="1524000"/>
            <a:ext cx="1094648" cy="369332"/>
            <a:chOff x="6096000" y="1371600"/>
            <a:chExt cx="1094648" cy="369332"/>
          </a:xfrm>
        </p:grpSpPr>
        <p:sp>
          <p:nvSpPr>
            <p:cNvPr id="15" name="Oval 14"/>
            <p:cNvSpPr>
              <a:spLocks noChangeAspect="1"/>
            </p:cNvSpPr>
            <p:nvPr/>
          </p:nvSpPr>
          <p:spPr bwMode="auto">
            <a:xfrm>
              <a:off x="6096000" y="1502955"/>
              <a:ext cx="137160" cy="137160"/>
            </a:xfrm>
            <a:prstGeom prst="ellipse">
              <a:avLst/>
            </a:prstGeom>
            <a:ln>
              <a:headEnd type="none" w="med" len="med"/>
              <a:tailEnd type="none" w="med" len="med"/>
            </a:ln>
          </p:spPr>
          <p:style>
            <a:lnRef idx="1">
              <a:schemeClr val="accent2"/>
            </a:lnRef>
            <a:fillRef idx="3">
              <a:schemeClr val="accent2"/>
            </a:fillRef>
            <a:effectRef idx="2">
              <a:schemeClr val="accent2"/>
            </a:effectRef>
            <a:fontRef idx="minor">
              <a:schemeClr val="lt1"/>
            </a:fontRef>
          </p:style>
          <p:txBody>
            <a:bodyPr vert="horz" wrap="none" lIns="91440" tIns="45720" rIns="91440" bIns="45720" numCol="1" rtlCol="0" anchor="ctr" anchorCtr="0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0" fontAlgn="base" latinLnBrk="0" hangingPunct="0">
                <a:lnSpc>
                  <a:spcPct val="100000"/>
                </a:lnSpc>
                <a:spcBef>
                  <a:spcPct val="5000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en-US" sz="12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itchFamily="-112" charset="0"/>
                <a:ea typeface="ＭＳ Ｐゴシック" pitchFamily="-112" charset="-128"/>
                <a:cs typeface="ＭＳ Ｐゴシック" pitchFamily="-112" charset="-128"/>
              </a:endParaRPr>
            </a:p>
          </p:txBody>
        </p:sp>
        <p:sp>
          <p:nvSpPr>
            <p:cNvPr id="16" name="TextBox 15"/>
            <p:cNvSpPr txBox="1"/>
            <p:nvPr/>
          </p:nvSpPr>
          <p:spPr>
            <a:xfrm>
              <a:off x="6300410" y="1371600"/>
              <a:ext cx="89023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800" dirty="0">
                  <a:solidFill>
                    <a:srgbClr val="FF0000"/>
                  </a:solidFill>
                </a:rPr>
                <a:t>Reality</a:t>
              </a:r>
            </a:p>
          </p:txBody>
        </p:sp>
      </p:grpSp>
      <p:grpSp>
        <p:nvGrpSpPr>
          <p:cNvPr id="11" name="Group 10"/>
          <p:cNvGrpSpPr/>
          <p:nvPr/>
        </p:nvGrpSpPr>
        <p:grpSpPr>
          <a:xfrm>
            <a:off x="5041968" y="1550304"/>
            <a:ext cx="1404445" cy="527183"/>
            <a:chOff x="5102370" y="1397904"/>
            <a:chExt cx="1404445" cy="527183"/>
          </a:xfrm>
        </p:grpSpPr>
        <p:cxnSp>
          <p:nvCxnSpPr>
            <p:cNvPr id="29" name="Straight Arrow Connector 28"/>
            <p:cNvCxnSpPr>
              <a:stCxn id="27" idx="7"/>
              <a:endCxn id="15" idx="3"/>
            </p:cNvCxnSpPr>
            <p:nvPr/>
          </p:nvCxnSpPr>
          <p:spPr bwMode="auto">
            <a:xfrm flipV="1">
              <a:off x="5755873" y="1620028"/>
              <a:ext cx="360214" cy="305059"/>
            </a:xfrm>
            <a:prstGeom prst="straightConnector1">
              <a:avLst/>
            </a:prstGeom>
            <a:solidFill>
              <a:schemeClr val="accent1"/>
            </a:solidFill>
            <a:ln w="12700" cap="flat" cmpd="sng" algn="ctr">
              <a:solidFill>
                <a:schemeClr val="tx1"/>
              </a:solidFill>
              <a:prstDash val="solid"/>
              <a:round/>
              <a:headEnd type="arrow"/>
              <a:tailEnd type="arrow"/>
            </a:ln>
            <a:effectLst/>
          </p:spPr>
        </p:cxnSp>
        <p:sp>
          <p:nvSpPr>
            <p:cNvPr id="30" name="TextBox 29"/>
            <p:cNvSpPr txBox="1"/>
            <p:nvPr/>
          </p:nvSpPr>
          <p:spPr>
            <a:xfrm rot="19262484">
              <a:off x="5102370" y="1397904"/>
              <a:ext cx="1404445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400" dirty="0"/>
                <a:t>Modeling Error</a:t>
              </a:r>
            </a:p>
          </p:txBody>
        </p:sp>
      </p:grpSp>
      <p:sp>
        <p:nvSpPr>
          <p:cNvPr id="25" name="Oval 24"/>
          <p:cNvSpPr/>
          <p:nvPr/>
        </p:nvSpPr>
        <p:spPr bwMode="auto">
          <a:xfrm>
            <a:off x="853998" y="2590800"/>
            <a:ext cx="5334000" cy="3048000"/>
          </a:xfrm>
          <a:prstGeom prst="ellipse">
            <a:avLst/>
          </a:prstGeom>
          <a:ln>
            <a:solidFill>
              <a:schemeClr val="bg1">
                <a:lumMod val="65000"/>
              </a:schemeClr>
            </a:solidFill>
            <a:headEnd type="none" w="med" len="med"/>
            <a:tailEnd type="non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vert="horz" wrap="non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5000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12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itchFamily="-112" charset="0"/>
              <a:ea typeface="ＭＳ Ｐゴシック" pitchFamily="-112" charset="-128"/>
              <a:cs typeface="ＭＳ Ｐゴシック" pitchFamily="-112" charset="-128"/>
            </a:endParaRPr>
          </a:p>
        </p:txBody>
      </p:sp>
      <p:sp>
        <p:nvSpPr>
          <p:cNvPr id="26" name="TextBox 25"/>
          <p:cNvSpPr txBox="1"/>
          <p:nvPr/>
        </p:nvSpPr>
        <p:spPr>
          <a:xfrm rot="255972">
            <a:off x="3837592" y="1804288"/>
            <a:ext cx="1403412" cy="369332"/>
          </a:xfrm>
          <a:prstGeom prst="rect">
            <a:avLst/>
          </a:prstGeom>
          <a:solidFill>
            <a:schemeClr val="bg1"/>
          </a:solidFill>
        </p:spPr>
        <p:txBody>
          <a:bodyPr wrap="none" rtlCol="0">
            <a:spAutoFit/>
          </a:bodyPr>
          <a:lstStyle/>
          <a:p>
            <a:r>
              <a:rPr lang="en-US" sz="1800" dirty="0"/>
              <a:t>model class</a:t>
            </a:r>
          </a:p>
        </p:txBody>
      </p:sp>
      <p:grpSp>
        <p:nvGrpSpPr>
          <p:cNvPr id="7" name="Group 6"/>
          <p:cNvGrpSpPr/>
          <p:nvPr/>
        </p:nvGrpSpPr>
        <p:grpSpPr>
          <a:xfrm>
            <a:off x="6187998" y="1905000"/>
            <a:ext cx="2907695" cy="914400"/>
            <a:chOff x="6248400" y="1752600"/>
            <a:chExt cx="2907695" cy="914400"/>
          </a:xfrm>
        </p:grpSpPr>
        <p:sp>
          <p:nvSpPr>
            <p:cNvPr id="19" name="Right Arrow 18"/>
            <p:cNvSpPr/>
            <p:nvPr/>
          </p:nvSpPr>
          <p:spPr bwMode="auto">
            <a:xfrm>
              <a:off x="7562850" y="2133600"/>
              <a:ext cx="285750" cy="142875"/>
            </a:xfrm>
            <a:prstGeom prst="rightArrow">
              <a:avLst/>
            </a:prstGeom>
            <a:ln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vert="horz" wrap="none" lIns="91440" tIns="45720" rIns="91440" bIns="45720" numCol="1" rtlCol="0" anchor="ctr" anchorCtr="0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0" fontAlgn="base" latinLnBrk="0" hangingPunct="0">
                <a:lnSpc>
                  <a:spcPct val="100000"/>
                </a:lnSpc>
                <a:spcBef>
                  <a:spcPct val="5000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en-US" sz="12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itchFamily="-112" charset="0"/>
                <a:ea typeface="ＭＳ Ｐゴシック" pitchFamily="-112" charset="-128"/>
                <a:cs typeface="ＭＳ Ｐゴシック" pitchFamily="-112" charset="-128"/>
              </a:endParaRPr>
            </a:p>
          </p:txBody>
        </p:sp>
        <p:pic>
          <p:nvPicPr>
            <p:cNvPr id="119" name="Picture 118" descr="fig1_sol15.png"/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7875935" y="1752600"/>
              <a:ext cx="1280160" cy="914400"/>
            </a:xfrm>
            <a:prstGeom prst="rect">
              <a:avLst/>
            </a:prstGeom>
          </p:spPr>
        </p:pic>
        <p:grpSp>
          <p:nvGrpSpPr>
            <p:cNvPr id="120" name="Group 213"/>
            <p:cNvGrpSpPr>
              <a:grpSpLocks noChangeAspect="1"/>
            </p:cNvGrpSpPr>
            <p:nvPr/>
          </p:nvGrpSpPr>
          <p:grpSpPr>
            <a:xfrm>
              <a:off x="6248400" y="1752600"/>
              <a:ext cx="1268936" cy="914400"/>
              <a:chOff x="166343" y="662259"/>
              <a:chExt cx="1819656" cy="1371600"/>
            </a:xfrm>
          </p:grpSpPr>
          <p:sp>
            <p:nvSpPr>
              <p:cNvPr id="121" name="Frame 120"/>
              <p:cNvSpPr>
                <a:spLocks/>
              </p:cNvSpPr>
              <p:nvPr/>
            </p:nvSpPr>
            <p:spPr>
              <a:xfrm>
                <a:off x="166343" y="662259"/>
                <a:ext cx="1819656" cy="1371600"/>
              </a:xfrm>
              <a:prstGeom prst="frame">
                <a:avLst>
                  <a:gd name="adj1" fmla="val 7500"/>
                </a:avLst>
              </a:prstGeom>
              <a:solidFill>
                <a:schemeClr val="tx1"/>
              </a:solidFill>
              <a:ln w="0">
                <a:noFill/>
              </a:ln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>
                  <a:solidFill>
                    <a:schemeClr val="tx1"/>
                  </a:solidFill>
                </a:endParaRPr>
              </a:p>
            </p:txBody>
          </p:sp>
          <p:pic>
            <p:nvPicPr>
              <p:cNvPr id="122" name="Picture 121" descr="2007_004902.jpg"/>
              <p:cNvPicPr>
                <a:picLocks noChangeAspect="1"/>
              </p:cNvPicPr>
              <p:nvPr/>
            </p:nvPicPr>
            <p:blipFill>
              <a:blip r:embed="rId3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189568" y="683107"/>
                <a:ext cx="1773206" cy="1329905"/>
              </a:xfrm>
              <a:prstGeom prst="rect">
                <a:avLst/>
              </a:prstGeom>
            </p:spPr>
          </p:pic>
        </p:grpSp>
      </p:grpSp>
      <p:sp>
        <p:nvSpPr>
          <p:cNvPr id="27" name="Oval 26"/>
          <p:cNvSpPr>
            <a:spLocks noChangeAspect="1"/>
          </p:cNvSpPr>
          <p:nvPr/>
        </p:nvSpPr>
        <p:spPr bwMode="auto">
          <a:xfrm>
            <a:off x="5578398" y="2057400"/>
            <a:ext cx="137160" cy="137160"/>
          </a:xfrm>
          <a:prstGeom prst="ellipse">
            <a:avLst/>
          </a:prstGeom>
          <a:ln>
            <a:headEnd type="none" w="med" len="med"/>
            <a:tailEnd type="none" w="med" len="med"/>
          </a:ln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vert="horz" wrap="non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5000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12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itchFamily="-112" charset="0"/>
              <a:ea typeface="ＭＳ Ｐゴシック" pitchFamily="-112" charset="-128"/>
              <a:cs typeface="ＭＳ Ｐゴシック" pitchFamily="-112" charset="-128"/>
            </a:endParaRPr>
          </a:p>
        </p:txBody>
      </p:sp>
      <p:sp>
        <p:nvSpPr>
          <p:cNvPr id="31" name="Oval 30"/>
          <p:cNvSpPr>
            <a:spLocks noChangeAspect="1"/>
          </p:cNvSpPr>
          <p:nvPr/>
        </p:nvSpPr>
        <p:spPr bwMode="auto">
          <a:xfrm>
            <a:off x="4130598" y="3124200"/>
            <a:ext cx="137160" cy="137160"/>
          </a:xfrm>
          <a:prstGeom prst="ellipse">
            <a:avLst/>
          </a:prstGeom>
          <a:ln>
            <a:headEnd type="none" w="med" len="med"/>
            <a:tailEnd type="none" w="med" len="med"/>
          </a:ln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vert="horz" wrap="non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5000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12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itchFamily="-112" charset="0"/>
              <a:ea typeface="ＭＳ Ｐゴシック" pitchFamily="-112" charset="-128"/>
              <a:cs typeface="ＭＳ Ｐゴシック" pitchFamily="-112" charset="-128"/>
            </a:endParaRPr>
          </a:p>
        </p:txBody>
      </p:sp>
      <p:grpSp>
        <p:nvGrpSpPr>
          <p:cNvPr id="12" name="Group 11"/>
          <p:cNvGrpSpPr/>
          <p:nvPr/>
        </p:nvGrpSpPr>
        <p:grpSpPr>
          <a:xfrm>
            <a:off x="4267758" y="2125980"/>
            <a:ext cx="1310640" cy="1066800"/>
            <a:chOff x="4267758" y="2125980"/>
            <a:chExt cx="1310640" cy="1066800"/>
          </a:xfrm>
        </p:grpSpPr>
        <p:cxnSp>
          <p:nvCxnSpPr>
            <p:cNvPr id="32" name="Straight Arrow Connector 31"/>
            <p:cNvCxnSpPr>
              <a:stCxn id="31" idx="6"/>
              <a:endCxn id="27" idx="2"/>
            </p:cNvCxnSpPr>
            <p:nvPr/>
          </p:nvCxnSpPr>
          <p:spPr bwMode="auto">
            <a:xfrm flipV="1">
              <a:off x="4267758" y="2125980"/>
              <a:ext cx="1310640" cy="1066800"/>
            </a:xfrm>
            <a:prstGeom prst="straightConnector1">
              <a:avLst/>
            </a:prstGeom>
            <a:solidFill>
              <a:schemeClr val="accent1"/>
            </a:solidFill>
            <a:ln w="12700" cap="flat" cmpd="sng" algn="ctr">
              <a:solidFill>
                <a:schemeClr val="tx1"/>
              </a:solidFill>
              <a:prstDash val="solid"/>
              <a:round/>
              <a:headEnd type="arrow"/>
              <a:tailEnd type="arrow"/>
            </a:ln>
            <a:effectLst/>
          </p:spPr>
        </p:cxnSp>
        <p:sp>
          <p:nvSpPr>
            <p:cNvPr id="38" name="TextBox 37"/>
            <p:cNvSpPr txBox="1"/>
            <p:nvPr/>
          </p:nvSpPr>
          <p:spPr>
            <a:xfrm rot="19183580">
              <a:off x="4553859" y="2554587"/>
              <a:ext cx="1022824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400" dirty="0"/>
                <a:t>Estimation</a:t>
              </a:r>
              <a:br>
                <a:rPr lang="en-US" sz="1400" dirty="0"/>
              </a:br>
              <a:r>
                <a:rPr lang="en-US" sz="1400" dirty="0"/>
                <a:t>Error</a:t>
              </a:r>
            </a:p>
          </p:txBody>
        </p:sp>
      </p:grpSp>
      <p:sp>
        <p:nvSpPr>
          <p:cNvPr id="39" name="Oval 38"/>
          <p:cNvSpPr>
            <a:spLocks noChangeAspect="1"/>
          </p:cNvSpPr>
          <p:nvPr/>
        </p:nvSpPr>
        <p:spPr bwMode="auto">
          <a:xfrm>
            <a:off x="5425998" y="4419600"/>
            <a:ext cx="137160" cy="137160"/>
          </a:xfrm>
          <a:prstGeom prst="ellipse">
            <a:avLst/>
          </a:prstGeom>
          <a:ln>
            <a:headEnd type="none" w="med" len="med"/>
            <a:tailEnd type="none" w="med" len="med"/>
          </a:ln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vert="horz" wrap="non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5000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12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itchFamily="-112" charset="0"/>
              <a:ea typeface="ＭＳ Ｐゴシック" pitchFamily="-112" charset="-128"/>
              <a:cs typeface="ＭＳ Ｐゴシック" pitchFamily="-112" charset="-128"/>
            </a:endParaRPr>
          </a:p>
        </p:txBody>
      </p:sp>
      <p:grpSp>
        <p:nvGrpSpPr>
          <p:cNvPr id="13" name="Group 12"/>
          <p:cNvGrpSpPr/>
          <p:nvPr/>
        </p:nvGrpSpPr>
        <p:grpSpPr>
          <a:xfrm>
            <a:off x="3998485" y="3241273"/>
            <a:ext cx="1387198" cy="1198414"/>
            <a:chOff x="4058887" y="3241273"/>
            <a:chExt cx="1387198" cy="1198414"/>
          </a:xfrm>
        </p:grpSpPr>
        <p:cxnSp>
          <p:nvCxnSpPr>
            <p:cNvPr id="40" name="Straight Arrow Connector 39"/>
            <p:cNvCxnSpPr>
              <a:stCxn id="31" idx="5"/>
              <a:endCxn id="39" idx="1"/>
            </p:cNvCxnSpPr>
            <p:nvPr/>
          </p:nvCxnSpPr>
          <p:spPr bwMode="auto">
            <a:xfrm>
              <a:off x="4247671" y="3241273"/>
              <a:ext cx="1198414" cy="1198414"/>
            </a:xfrm>
            <a:prstGeom prst="straightConnector1">
              <a:avLst/>
            </a:prstGeom>
            <a:solidFill>
              <a:schemeClr val="accent1"/>
            </a:solidFill>
            <a:ln w="12700" cap="flat" cmpd="sng" algn="ctr">
              <a:solidFill>
                <a:schemeClr val="tx1"/>
              </a:solidFill>
              <a:prstDash val="solid"/>
              <a:round/>
              <a:headEnd type="arrow"/>
              <a:tailEnd type="arrow"/>
            </a:ln>
            <a:effectLst/>
          </p:spPr>
        </p:cxnSp>
        <p:sp>
          <p:nvSpPr>
            <p:cNvPr id="43" name="TextBox 42"/>
            <p:cNvSpPr txBox="1"/>
            <p:nvPr/>
          </p:nvSpPr>
          <p:spPr>
            <a:xfrm rot="2697713">
              <a:off x="4058887" y="3608690"/>
              <a:ext cx="1182460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400" dirty="0"/>
                <a:t>Optimization</a:t>
              </a:r>
              <a:br>
                <a:rPr lang="en-US" sz="1400" dirty="0"/>
              </a:br>
              <a:r>
                <a:rPr lang="en-US" sz="1400" dirty="0"/>
                <a:t>Error</a:t>
              </a:r>
            </a:p>
          </p:txBody>
        </p:sp>
      </p:grpSp>
      <p:sp>
        <p:nvSpPr>
          <p:cNvPr id="44" name="Oval 43"/>
          <p:cNvSpPr/>
          <p:nvPr/>
        </p:nvSpPr>
        <p:spPr bwMode="auto">
          <a:xfrm>
            <a:off x="930198" y="3349170"/>
            <a:ext cx="2667000" cy="1527630"/>
          </a:xfrm>
          <a:prstGeom prst="ellipse">
            <a:avLst/>
          </a:prstGeom>
          <a:noFill/>
          <a:ln>
            <a:solidFill>
              <a:schemeClr val="bg1">
                <a:lumMod val="65000"/>
              </a:schemeClr>
            </a:solidFill>
            <a:headEnd type="none" w="med" len="med"/>
            <a:tailEnd type="non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vert="horz" wrap="non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5000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12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itchFamily="-112" charset="0"/>
              <a:ea typeface="ＭＳ Ｐゴシック" pitchFamily="-112" charset="-128"/>
              <a:cs typeface="ＭＳ Ｐゴシック" pitchFamily="-112" charset="-128"/>
            </a:endParaRPr>
          </a:p>
        </p:txBody>
      </p:sp>
      <p:pic>
        <p:nvPicPr>
          <p:cNvPr id="67" name="Picture 66" descr="2007_004902.jpg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768398" y="1389908"/>
            <a:ext cx="1993713" cy="1429492"/>
          </a:xfrm>
          <a:prstGeom prst="rect">
            <a:avLst/>
          </a:prstGeom>
          <a:scene3d>
            <a:camera prst="orthographicFront">
              <a:rot lat="954000" lon="18034448" rev="17280000"/>
            </a:camera>
            <a:lightRig rig="threePt" dir="t"/>
          </a:scene3d>
        </p:spPr>
      </p:pic>
      <p:cxnSp>
        <p:nvCxnSpPr>
          <p:cNvPr id="68" name="Straight Connector 67"/>
          <p:cNvCxnSpPr>
            <a:stCxn id="81" idx="5"/>
            <a:endCxn id="75" idx="1"/>
          </p:cNvCxnSpPr>
          <p:nvPr/>
        </p:nvCxnSpPr>
        <p:spPr>
          <a:xfrm>
            <a:off x="2752607" y="1727685"/>
            <a:ext cx="538901" cy="577099"/>
          </a:xfrm>
          <a:prstGeom prst="line">
            <a:avLst/>
          </a:prstGeom>
          <a:ln w="25400">
            <a:solidFill>
              <a:srgbClr val="FF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9" name="Straight Connector 68"/>
          <p:cNvCxnSpPr>
            <a:stCxn id="83" idx="5"/>
            <a:endCxn id="74" idx="1"/>
          </p:cNvCxnSpPr>
          <p:nvPr/>
        </p:nvCxnSpPr>
        <p:spPr>
          <a:xfrm>
            <a:off x="2174514" y="1906944"/>
            <a:ext cx="538901" cy="577099"/>
          </a:xfrm>
          <a:prstGeom prst="line">
            <a:avLst/>
          </a:prstGeom>
          <a:ln w="25400">
            <a:solidFill>
              <a:srgbClr val="FF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0" name="Straight Connector 69"/>
          <p:cNvCxnSpPr>
            <a:stCxn id="82" idx="5"/>
            <a:endCxn id="73" idx="1"/>
          </p:cNvCxnSpPr>
          <p:nvPr/>
        </p:nvCxnSpPr>
        <p:spPr>
          <a:xfrm>
            <a:off x="2463559" y="1817314"/>
            <a:ext cx="538901" cy="577099"/>
          </a:xfrm>
          <a:prstGeom prst="line">
            <a:avLst/>
          </a:prstGeom>
          <a:ln w="25400">
            <a:solidFill>
              <a:srgbClr val="FF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1" name="Straight Connector 70"/>
          <p:cNvCxnSpPr>
            <a:stCxn id="84" idx="5"/>
            <a:endCxn id="76" idx="1"/>
          </p:cNvCxnSpPr>
          <p:nvPr/>
        </p:nvCxnSpPr>
        <p:spPr>
          <a:xfrm>
            <a:off x="1885471" y="1996578"/>
            <a:ext cx="538900" cy="577099"/>
          </a:xfrm>
          <a:prstGeom prst="line">
            <a:avLst/>
          </a:prstGeom>
          <a:ln w="25400">
            <a:solidFill>
              <a:srgbClr val="FF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2" name="Straight Connector 71"/>
          <p:cNvCxnSpPr/>
          <p:nvPr/>
        </p:nvCxnSpPr>
        <p:spPr>
          <a:xfrm flipH="1">
            <a:off x="2499949" y="2334232"/>
            <a:ext cx="867139" cy="268888"/>
          </a:xfrm>
          <a:prstGeom prst="line">
            <a:avLst/>
          </a:prstGeom>
          <a:ln w="25400">
            <a:solidFill>
              <a:srgbClr val="FF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3" name="Oval 72"/>
          <p:cNvSpPr>
            <a:spLocks noChangeAspect="1"/>
          </p:cNvSpPr>
          <p:nvPr/>
        </p:nvSpPr>
        <p:spPr>
          <a:xfrm>
            <a:off x="2985406" y="2378180"/>
            <a:ext cx="116477" cy="110900"/>
          </a:xfrm>
          <a:prstGeom prst="ellipse">
            <a:avLst/>
          </a:prstGeom>
          <a:gradFill>
            <a:gsLst>
              <a:gs pos="0">
                <a:srgbClr val="3F80CD"/>
              </a:gs>
              <a:gs pos="100000">
                <a:srgbClr val="9BC1FF"/>
              </a:gs>
            </a:gsLst>
          </a:gradFill>
          <a:ln w="0">
            <a:solidFill>
              <a:srgbClr val="4A7EB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91427" tIns="45713" rIns="91427" bIns="45713" spcCol="0" rtlCol="0" anchor="ctr"/>
          <a:lstStyle/>
          <a:p>
            <a:pPr algn="ctr"/>
            <a:endParaRPr lang="en-US" baseline="30000"/>
          </a:p>
        </p:txBody>
      </p:sp>
      <p:sp>
        <p:nvSpPr>
          <p:cNvPr id="74" name="Oval 73"/>
          <p:cNvSpPr>
            <a:spLocks noChangeAspect="1"/>
          </p:cNvSpPr>
          <p:nvPr/>
        </p:nvSpPr>
        <p:spPr>
          <a:xfrm>
            <a:off x="2696360" y="2467803"/>
            <a:ext cx="116477" cy="110900"/>
          </a:xfrm>
          <a:prstGeom prst="ellipse">
            <a:avLst/>
          </a:prstGeom>
          <a:gradFill>
            <a:gsLst>
              <a:gs pos="0">
                <a:srgbClr val="3F80CD"/>
              </a:gs>
              <a:gs pos="100000">
                <a:srgbClr val="9BC1FF"/>
              </a:gs>
            </a:gsLst>
          </a:gradFill>
          <a:ln w="0">
            <a:solidFill>
              <a:srgbClr val="4A7EB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91427" tIns="45713" rIns="91427" bIns="45713" spcCol="0" rtlCol="0" anchor="ctr"/>
          <a:lstStyle/>
          <a:p>
            <a:pPr algn="ctr"/>
            <a:endParaRPr lang="en-US" baseline="30000"/>
          </a:p>
        </p:txBody>
      </p:sp>
      <p:sp>
        <p:nvSpPr>
          <p:cNvPr id="75" name="Oval 74"/>
          <p:cNvSpPr>
            <a:spLocks noChangeAspect="1"/>
          </p:cNvSpPr>
          <p:nvPr/>
        </p:nvSpPr>
        <p:spPr>
          <a:xfrm>
            <a:off x="3274451" y="2288551"/>
            <a:ext cx="116477" cy="110900"/>
          </a:xfrm>
          <a:prstGeom prst="ellipse">
            <a:avLst/>
          </a:prstGeom>
          <a:gradFill>
            <a:gsLst>
              <a:gs pos="0">
                <a:srgbClr val="3F80CD"/>
              </a:gs>
              <a:gs pos="100000">
                <a:srgbClr val="9BC1FF"/>
              </a:gs>
            </a:gsLst>
          </a:gradFill>
          <a:ln w="0">
            <a:solidFill>
              <a:srgbClr val="4A7EB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91427" tIns="45713" rIns="91427" bIns="45713" spcCol="0" rtlCol="0" anchor="ctr"/>
          <a:lstStyle/>
          <a:p>
            <a:pPr algn="ctr"/>
            <a:endParaRPr lang="en-US" baseline="30000"/>
          </a:p>
        </p:txBody>
      </p:sp>
      <p:sp>
        <p:nvSpPr>
          <p:cNvPr id="76" name="Oval 75"/>
          <p:cNvSpPr>
            <a:spLocks noChangeAspect="1"/>
          </p:cNvSpPr>
          <p:nvPr/>
        </p:nvSpPr>
        <p:spPr>
          <a:xfrm>
            <a:off x="2407312" y="2557433"/>
            <a:ext cx="116477" cy="110900"/>
          </a:xfrm>
          <a:prstGeom prst="ellipse">
            <a:avLst/>
          </a:prstGeom>
          <a:gradFill>
            <a:gsLst>
              <a:gs pos="0">
                <a:srgbClr val="3F80CD"/>
              </a:gs>
              <a:gs pos="100000">
                <a:srgbClr val="9BC1FF"/>
              </a:gs>
            </a:gsLst>
          </a:gradFill>
          <a:ln w="0">
            <a:solidFill>
              <a:srgbClr val="4A7EB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91427" tIns="45713" rIns="91427" bIns="45713" spcCol="0" rtlCol="0" anchor="ctr"/>
          <a:lstStyle/>
          <a:p>
            <a:pPr algn="ctr"/>
            <a:endParaRPr lang="en-US" baseline="30000"/>
          </a:p>
        </p:txBody>
      </p:sp>
      <p:cxnSp>
        <p:nvCxnSpPr>
          <p:cNvPr id="77" name="Straight Connector 76"/>
          <p:cNvCxnSpPr/>
          <p:nvPr/>
        </p:nvCxnSpPr>
        <p:spPr>
          <a:xfrm flipH="1">
            <a:off x="2336095" y="2179954"/>
            <a:ext cx="867139" cy="268888"/>
          </a:xfrm>
          <a:prstGeom prst="line">
            <a:avLst/>
          </a:prstGeom>
          <a:ln w="25400">
            <a:solidFill>
              <a:srgbClr val="FF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8" name="Straight Connector 77"/>
          <p:cNvCxnSpPr/>
          <p:nvPr/>
        </p:nvCxnSpPr>
        <p:spPr>
          <a:xfrm flipH="1">
            <a:off x="2174517" y="2016406"/>
            <a:ext cx="867139" cy="268888"/>
          </a:xfrm>
          <a:prstGeom prst="line">
            <a:avLst/>
          </a:prstGeom>
          <a:ln w="25400">
            <a:solidFill>
              <a:srgbClr val="FF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9" name="Straight Connector 78"/>
          <p:cNvCxnSpPr/>
          <p:nvPr/>
        </p:nvCxnSpPr>
        <p:spPr>
          <a:xfrm flipH="1">
            <a:off x="2029992" y="1848966"/>
            <a:ext cx="867139" cy="268888"/>
          </a:xfrm>
          <a:prstGeom prst="line">
            <a:avLst/>
          </a:prstGeom>
          <a:ln w="25400">
            <a:solidFill>
              <a:srgbClr val="FF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0" name="Straight Connector 79"/>
          <p:cNvCxnSpPr/>
          <p:nvPr/>
        </p:nvCxnSpPr>
        <p:spPr>
          <a:xfrm flipH="1">
            <a:off x="1846280" y="1692645"/>
            <a:ext cx="867139" cy="268888"/>
          </a:xfrm>
          <a:prstGeom prst="line">
            <a:avLst/>
          </a:prstGeom>
          <a:ln w="25400">
            <a:solidFill>
              <a:srgbClr val="FF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1" name="Oval 80"/>
          <p:cNvSpPr>
            <a:spLocks noChangeAspect="1"/>
          </p:cNvSpPr>
          <p:nvPr/>
        </p:nvSpPr>
        <p:spPr>
          <a:xfrm>
            <a:off x="2653190" y="1633033"/>
            <a:ext cx="116477" cy="110900"/>
          </a:xfrm>
          <a:prstGeom prst="ellipse">
            <a:avLst/>
          </a:prstGeom>
          <a:gradFill>
            <a:gsLst>
              <a:gs pos="0">
                <a:srgbClr val="3F80CD"/>
              </a:gs>
              <a:gs pos="100000">
                <a:srgbClr val="9BC1FF"/>
              </a:gs>
            </a:gsLst>
          </a:gradFill>
          <a:ln w="0">
            <a:solidFill>
              <a:srgbClr val="4A7EB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91427" tIns="45713" rIns="91427" bIns="45713" spcCol="0" rtlCol="0" anchor="ctr"/>
          <a:lstStyle/>
          <a:p>
            <a:pPr algn="ctr"/>
            <a:endParaRPr lang="en-US" baseline="30000"/>
          </a:p>
        </p:txBody>
      </p:sp>
      <p:sp>
        <p:nvSpPr>
          <p:cNvPr id="82" name="Oval 81"/>
          <p:cNvSpPr>
            <a:spLocks noChangeAspect="1"/>
          </p:cNvSpPr>
          <p:nvPr/>
        </p:nvSpPr>
        <p:spPr>
          <a:xfrm>
            <a:off x="2364143" y="1722663"/>
            <a:ext cx="116477" cy="110900"/>
          </a:xfrm>
          <a:prstGeom prst="ellipse">
            <a:avLst/>
          </a:prstGeom>
          <a:gradFill>
            <a:gsLst>
              <a:gs pos="0">
                <a:srgbClr val="3F80CD"/>
              </a:gs>
              <a:gs pos="100000">
                <a:srgbClr val="9BC1FF"/>
              </a:gs>
            </a:gsLst>
          </a:gradFill>
          <a:ln w="0">
            <a:solidFill>
              <a:srgbClr val="4A7EB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91427" tIns="45713" rIns="91427" bIns="45713" spcCol="0" rtlCol="0" anchor="ctr"/>
          <a:lstStyle/>
          <a:p>
            <a:pPr algn="ctr"/>
            <a:endParaRPr lang="en-US" baseline="30000"/>
          </a:p>
        </p:txBody>
      </p:sp>
      <p:sp>
        <p:nvSpPr>
          <p:cNvPr id="83" name="Oval 82"/>
          <p:cNvSpPr>
            <a:spLocks noChangeAspect="1"/>
          </p:cNvSpPr>
          <p:nvPr/>
        </p:nvSpPr>
        <p:spPr>
          <a:xfrm>
            <a:off x="2075097" y="1812291"/>
            <a:ext cx="116477" cy="110900"/>
          </a:xfrm>
          <a:prstGeom prst="ellipse">
            <a:avLst/>
          </a:prstGeom>
          <a:gradFill>
            <a:gsLst>
              <a:gs pos="0">
                <a:srgbClr val="3F80CD"/>
              </a:gs>
              <a:gs pos="100000">
                <a:srgbClr val="9BC1FF"/>
              </a:gs>
            </a:gsLst>
          </a:gradFill>
          <a:ln w="0">
            <a:solidFill>
              <a:srgbClr val="4A7EB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91427" tIns="45713" rIns="91427" bIns="45713" spcCol="0" rtlCol="0" anchor="ctr"/>
          <a:lstStyle/>
          <a:p>
            <a:pPr algn="ctr"/>
            <a:endParaRPr lang="en-US" baseline="30000"/>
          </a:p>
        </p:txBody>
      </p:sp>
      <p:sp>
        <p:nvSpPr>
          <p:cNvPr id="84" name="Oval 83"/>
          <p:cNvSpPr>
            <a:spLocks noChangeAspect="1"/>
          </p:cNvSpPr>
          <p:nvPr/>
        </p:nvSpPr>
        <p:spPr>
          <a:xfrm>
            <a:off x="1786052" y="1901920"/>
            <a:ext cx="116477" cy="110900"/>
          </a:xfrm>
          <a:prstGeom prst="ellipse">
            <a:avLst/>
          </a:prstGeom>
          <a:gradFill>
            <a:gsLst>
              <a:gs pos="0">
                <a:srgbClr val="3F80CD"/>
              </a:gs>
              <a:gs pos="100000">
                <a:srgbClr val="9BC1FF"/>
              </a:gs>
            </a:gsLst>
          </a:gradFill>
          <a:ln w="0">
            <a:solidFill>
              <a:srgbClr val="4A7EB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91427" tIns="45713" rIns="91427" bIns="45713" spcCol="0" rtlCol="0" anchor="ctr"/>
          <a:lstStyle/>
          <a:p>
            <a:pPr algn="ctr"/>
            <a:endParaRPr lang="en-US" baseline="30000"/>
          </a:p>
        </p:txBody>
      </p:sp>
      <p:sp>
        <p:nvSpPr>
          <p:cNvPr id="85" name="Oval 84"/>
          <p:cNvSpPr>
            <a:spLocks noChangeAspect="1"/>
          </p:cNvSpPr>
          <p:nvPr/>
        </p:nvSpPr>
        <p:spPr>
          <a:xfrm>
            <a:off x="2808506" y="1796913"/>
            <a:ext cx="116477" cy="110900"/>
          </a:xfrm>
          <a:prstGeom prst="ellipse">
            <a:avLst/>
          </a:prstGeom>
          <a:gradFill>
            <a:gsLst>
              <a:gs pos="0">
                <a:srgbClr val="3F80CD"/>
              </a:gs>
              <a:gs pos="100000">
                <a:srgbClr val="9BC1FF"/>
              </a:gs>
            </a:gsLst>
          </a:gradFill>
          <a:ln w="0">
            <a:solidFill>
              <a:srgbClr val="4A7EB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91427" tIns="45713" rIns="91427" bIns="45713" spcCol="0" rtlCol="0" anchor="ctr"/>
          <a:lstStyle/>
          <a:p>
            <a:pPr algn="ctr"/>
            <a:endParaRPr lang="en-US" baseline="30000"/>
          </a:p>
        </p:txBody>
      </p:sp>
      <p:sp>
        <p:nvSpPr>
          <p:cNvPr id="86" name="Oval 85"/>
          <p:cNvSpPr>
            <a:spLocks noChangeAspect="1"/>
          </p:cNvSpPr>
          <p:nvPr/>
        </p:nvSpPr>
        <p:spPr>
          <a:xfrm>
            <a:off x="2963820" y="1960792"/>
            <a:ext cx="116477" cy="110900"/>
          </a:xfrm>
          <a:prstGeom prst="ellipse">
            <a:avLst/>
          </a:prstGeom>
          <a:gradFill>
            <a:gsLst>
              <a:gs pos="0">
                <a:srgbClr val="3F80CD"/>
              </a:gs>
              <a:gs pos="100000">
                <a:srgbClr val="9BC1FF"/>
              </a:gs>
            </a:gsLst>
          </a:gradFill>
          <a:ln w="0">
            <a:solidFill>
              <a:srgbClr val="4A7EB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91427" tIns="45713" rIns="91427" bIns="45713" spcCol="0" rtlCol="0" anchor="ctr"/>
          <a:lstStyle/>
          <a:p>
            <a:pPr algn="ctr"/>
            <a:endParaRPr lang="en-US" baseline="30000"/>
          </a:p>
        </p:txBody>
      </p:sp>
      <p:sp>
        <p:nvSpPr>
          <p:cNvPr id="87" name="Oval 86"/>
          <p:cNvSpPr>
            <a:spLocks noChangeAspect="1"/>
          </p:cNvSpPr>
          <p:nvPr/>
        </p:nvSpPr>
        <p:spPr>
          <a:xfrm>
            <a:off x="2519459" y="1886542"/>
            <a:ext cx="116477" cy="110900"/>
          </a:xfrm>
          <a:prstGeom prst="ellipse">
            <a:avLst/>
          </a:prstGeom>
          <a:gradFill>
            <a:gsLst>
              <a:gs pos="0">
                <a:srgbClr val="3F80CD"/>
              </a:gs>
              <a:gs pos="100000">
                <a:srgbClr val="9BC1FF"/>
              </a:gs>
            </a:gsLst>
          </a:gradFill>
          <a:ln w="0">
            <a:solidFill>
              <a:srgbClr val="4A7EB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91427" tIns="45713" rIns="91427" bIns="45713" spcCol="0" rtlCol="0" anchor="ctr"/>
          <a:lstStyle/>
          <a:p>
            <a:pPr algn="ctr"/>
            <a:endParaRPr lang="en-US" baseline="30000"/>
          </a:p>
        </p:txBody>
      </p:sp>
      <p:sp>
        <p:nvSpPr>
          <p:cNvPr id="88" name="Oval 87"/>
          <p:cNvSpPr>
            <a:spLocks noChangeAspect="1"/>
          </p:cNvSpPr>
          <p:nvPr/>
        </p:nvSpPr>
        <p:spPr>
          <a:xfrm>
            <a:off x="2674775" y="2050422"/>
            <a:ext cx="116477" cy="110900"/>
          </a:xfrm>
          <a:prstGeom prst="ellipse">
            <a:avLst/>
          </a:prstGeom>
          <a:gradFill>
            <a:gsLst>
              <a:gs pos="0">
                <a:srgbClr val="3F80CD"/>
              </a:gs>
              <a:gs pos="100000">
                <a:srgbClr val="9BC1FF"/>
              </a:gs>
            </a:gsLst>
          </a:gradFill>
          <a:ln w="0">
            <a:solidFill>
              <a:srgbClr val="4A7EB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91427" tIns="45713" rIns="91427" bIns="45713" spcCol="0" rtlCol="0" anchor="ctr"/>
          <a:lstStyle/>
          <a:p>
            <a:pPr algn="ctr"/>
            <a:endParaRPr lang="en-US" baseline="30000"/>
          </a:p>
        </p:txBody>
      </p:sp>
      <p:sp>
        <p:nvSpPr>
          <p:cNvPr id="89" name="Oval 88"/>
          <p:cNvSpPr>
            <a:spLocks noChangeAspect="1"/>
          </p:cNvSpPr>
          <p:nvPr/>
        </p:nvSpPr>
        <p:spPr>
          <a:xfrm>
            <a:off x="2230413" y="1976172"/>
            <a:ext cx="116477" cy="110900"/>
          </a:xfrm>
          <a:prstGeom prst="ellipse">
            <a:avLst/>
          </a:prstGeom>
          <a:gradFill>
            <a:gsLst>
              <a:gs pos="0">
                <a:srgbClr val="3F80CD"/>
              </a:gs>
              <a:gs pos="100000">
                <a:srgbClr val="9BC1FF"/>
              </a:gs>
            </a:gsLst>
          </a:gradFill>
          <a:ln w="0">
            <a:solidFill>
              <a:srgbClr val="4A7EB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91427" tIns="45713" rIns="91427" bIns="45713" spcCol="0" rtlCol="0" anchor="ctr"/>
          <a:lstStyle/>
          <a:p>
            <a:pPr algn="ctr"/>
            <a:endParaRPr lang="en-US" baseline="30000"/>
          </a:p>
        </p:txBody>
      </p:sp>
      <p:sp>
        <p:nvSpPr>
          <p:cNvPr id="90" name="Oval 89"/>
          <p:cNvSpPr>
            <a:spLocks noChangeAspect="1"/>
          </p:cNvSpPr>
          <p:nvPr/>
        </p:nvSpPr>
        <p:spPr>
          <a:xfrm>
            <a:off x="2385728" y="2140047"/>
            <a:ext cx="116477" cy="110900"/>
          </a:xfrm>
          <a:prstGeom prst="ellipse">
            <a:avLst/>
          </a:prstGeom>
          <a:gradFill>
            <a:gsLst>
              <a:gs pos="0">
                <a:srgbClr val="3F80CD"/>
              </a:gs>
              <a:gs pos="100000">
                <a:srgbClr val="9BC1FF"/>
              </a:gs>
            </a:gsLst>
          </a:gradFill>
          <a:ln w="0">
            <a:solidFill>
              <a:srgbClr val="4A7EB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91427" tIns="45713" rIns="91427" bIns="45713" spcCol="0" rtlCol="0" anchor="ctr"/>
          <a:lstStyle/>
          <a:p>
            <a:pPr algn="ctr"/>
            <a:endParaRPr lang="en-US" baseline="30000"/>
          </a:p>
        </p:txBody>
      </p:sp>
      <p:sp>
        <p:nvSpPr>
          <p:cNvPr id="91" name="Oval 90"/>
          <p:cNvSpPr>
            <a:spLocks noChangeAspect="1"/>
          </p:cNvSpPr>
          <p:nvPr/>
        </p:nvSpPr>
        <p:spPr>
          <a:xfrm>
            <a:off x="1941367" y="2065800"/>
            <a:ext cx="116477" cy="110900"/>
          </a:xfrm>
          <a:prstGeom prst="ellipse">
            <a:avLst/>
          </a:prstGeom>
          <a:gradFill>
            <a:gsLst>
              <a:gs pos="0">
                <a:srgbClr val="3F80CD"/>
              </a:gs>
              <a:gs pos="100000">
                <a:srgbClr val="9BC1FF"/>
              </a:gs>
            </a:gsLst>
          </a:gradFill>
          <a:ln w="0">
            <a:solidFill>
              <a:srgbClr val="4A7EB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91427" tIns="45713" rIns="91427" bIns="45713" spcCol="0" rtlCol="0" anchor="ctr"/>
          <a:lstStyle/>
          <a:p>
            <a:pPr algn="ctr"/>
            <a:endParaRPr lang="en-US" baseline="30000"/>
          </a:p>
        </p:txBody>
      </p:sp>
      <p:sp>
        <p:nvSpPr>
          <p:cNvPr id="92" name="Oval 91"/>
          <p:cNvSpPr>
            <a:spLocks noChangeAspect="1"/>
          </p:cNvSpPr>
          <p:nvPr/>
        </p:nvSpPr>
        <p:spPr>
          <a:xfrm>
            <a:off x="2096682" y="2229677"/>
            <a:ext cx="116477" cy="110900"/>
          </a:xfrm>
          <a:prstGeom prst="ellipse">
            <a:avLst/>
          </a:prstGeom>
          <a:gradFill>
            <a:gsLst>
              <a:gs pos="0">
                <a:srgbClr val="3F80CD"/>
              </a:gs>
              <a:gs pos="100000">
                <a:srgbClr val="9BC1FF"/>
              </a:gs>
            </a:gsLst>
          </a:gradFill>
          <a:ln w="0">
            <a:solidFill>
              <a:srgbClr val="4A7EB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91427" tIns="45713" rIns="91427" bIns="45713" spcCol="0" rtlCol="0" anchor="ctr"/>
          <a:lstStyle/>
          <a:p>
            <a:pPr algn="ctr"/>
            <a:endParaRPr lang="en-US" baseline="30000"/>
          </a:p>
        </p:txBody>
      </p:sp>
      <p:sp>
        <p:nvSpPr>
          <p:cNvPr id="93" name="Oval 92"/>
          <p:cNvSpPr>
            <a:spLocks noChangeAspect="1"/>
          </p:cNvSpPr>
          <p:nvPr/>
        </p:nvSpPr>
        <p:spPr>
          <a:xfrm>
            <a:off x="3119136" y="2124672"/>
            <a:ext cx="116477" cy="110900"/>
          </a:xfrm>
          <a:prstGeom prst="ellipse">
            <a:avLst/>
          </a:prstGeom>
          <a:gradFill>
            <a:gsLst>
              <a:gs pos="0">
                <a:srgbClr val="3F80CD"/>
              </a:gs>
              <a:gs pos="100000">
                <a:srgbClr val="9BC1FF"/>
              </a:gs>
            </a:gsLst>
          </a:gradFill>
          <a:ln w="0">
            <a:solidFill>
              <a:srgbClr val="4A7EB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91427" tIns="45713" rIns="91427" bIns="45713" spcCol="0" rtlCol="0" anchor="ctr"/>
          <a:lstStyle/>
          <a:p>
            <a:pPr algn="ctr"/>
            <a:endParaRPr lang="en-US" baseline="30000"/>
          </a:p>
        </p:txBody>
      </p:sp>
      <p:sp>
        <p:nvSpPr>
          <p:cNvPr id="94" name="Oval 93"/>
          <p:cNvSpPr>
            <a:spLocks noChangeAspect="1"/>
          </p:cNvSpPr>
          <p:nvPr/>
        </p:nvSpPr>
        <p:spPr>
          <a:xfrm>
            <a:off x="2830089" y="2214299"/>
            <a:ext cx="116477" cy="110900"/>
          </a:xfrm>
          <a:prstGeom prst="ellipse">
            <a:avLst/>
          </a:prstGeom>
          <a:gradFill>
            <a:gsLst>
              <a:gs pos="0">
                <a:srgbClr val="3F80CD"/>
              </a:gs>
              <a:gs pos="100000">
                <a:srgbClr val="9BC1FF"/>
              </a:gs>
            </a:gsLst>
          </a:gradFill>
          <a:ln w="0">
            <a:solidFill>
              <a:srgbClr val="4A7EB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91427" tIns="45713" rIns="91427" bIns="45713" spcCol="0" rtlCol="0" anchor="ctr"/>
          <a:lstStyle/>
          <a:p>
            <a:pPr algn="ctr"/>
            <a:endParaRPr lang="en-US" baseline="30000"/>
          </a:p>
        </p:txBody>
      </p:sp>
      <p:sp>
        <p:nvSpPr>
          <p:cNvPr id="95" name="Oval 94"/>
          <p:cNvSpPr>
            <a:spLocks noChangeAspect="1"/>
          </p:cNvSpPr>
          <p:nvPr/>
        </p:nvSpPr>
        <p:spPr>
          <a:xfrm>
            <a:off x="2541042" y="2303929"/>
            <a:ext cx="116477" cy="110900"/>
          </a:xfrm>
          <a:prstGeom prst="ellipse">
            <a:avLst/>
          </a:prstGeom>
          <a:gradFill>
            <a:gsLst>
              <a:gs pos="0">
                <a:srgbClr val="3F80CD"/>
              </a:gs>
              <a:gs pos="100000">
                <a:srgbClr val="9BC1FF"/>
              </a:gs>
            </a:gsLst>
          </a:gradFill>
          <a:ln w="0">
            <a:solidFill>
              <a:srgbClr val="4A7EB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91427" tIns="45713" rIns="91427" bIns="45713" spcCol="0" rtlCol="0" anchor="ctr"/>
          <a:lstStyle/>
          <a:p>
            <a:pPr algn="ctr"/>
            <a:endParaRPr lang="en-US" baseline="30000"/>
          </a:p>
        </p:txBody>
      </p:sp>
      <p:sp>
        <p:nvSpPr>
          <p:cNvPr id="96" name="Oval 95"/>
          <p:cNvSpPr>
            <a:spLocks noChangeAspect="1"/>
          </p:cNvSpPr>
          <p:nvPr/>
        </p:nvSpPr>
        <p:spPr>
          <a:xfrm>
            <a:off x="2251997" y="2393559"/>
            <a:ext cx="116477" cy="110900"/>
          </a:xfrm>
          <a:prstGeom prst="ellipse">
            <a:avLst/>
          </a:prstGeom>
          <a:gradFill>
            <a:gsLst>
              <a:gs pos="0">
                <a:srgbClr val="3F80CD"/>
              </a:gs>
              <a:gs pos="100000">
                <a:srgbClr val="9BC1FF"/>
              </a:gs>
            </a:gsLst>
          </a:gradFill>
          <a:ln w="0">
            <a:solidFill>
              <a:srgbClr val="4A7EB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91427" tIns="45713" rIns="91427" bIns="45713" spcCol="0" rtlCol="0" anchor="ctr"/>
          <a:lstStyle/>
          <a:p>
            <a:pPr algn="ctr"/>
            <a:endParaRPr lang="en-US" baseline="30000"/>
          </a:p>
        </p:txBody>
      </p:sp>
      <p:cxnSp>
        <p:nvCxnSpPr>
          <p:cNvPr id="97" name="Straight Connector 96"/>
          <p:cNvCxnSpPr>
            <a:stCxn id="107" idx="4"/>
            <a:endCxn id="74" idx="0"/>
          </p:cNvCxnSpPr>
          <p:nvPr/>
        </p:nvCxnSpPr>
        <p:spPr>
          <a:xfrm flipH="1">
            <a:off x="2754599" y="1765525"/>
            <a:ext cx="347282" cy="702278"/>
          </a:xfrm>
          <a:prstGeom prst="line">
            <a:avLst/>
          </a:prstGeom>
          <a:ln w="25400">
            <a:solidFill>
              <a:srgbClr val="FF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8" name="Straight Connector 97"/>
          <p:cNvCxnSpPr>
            <a:stCxn id="107" idx="4"/>
            <a:endCxn id="75" idx="0"/>
          </p:cNvCxnSpPr>
          <p:nvPr/>
        </p:nvCxnSpPr>
        <p:spPr>
          <a:xfrm>
            <a:off x="3101881" y="1765525"/>
            <a:ext cx="230809" cy="523026"/>
          </a:xfrm>
          <a:prstGeom prst="line">
            <a:avLst/>
          </a:prstGeom>
          <a:ln w="25400">
            <a:solidFill>
              <a:srgbClr val="FF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9" name="Straight Connector 98"/>
          <p:cNvCxnSpPr>
            <a:stCxn id="90" idx="7"/>
            <a:endCxn id="107" idx="4"/>
          </p:cNvCxnSpPr>
          <p:nvPr/>
        </p:nvCxnSpPr>
        <p:spPr>
          <a:xfrm flipV="1">
            <a:off x="2485148" y="1765525"/>
            <a:ext cx="616733" cy="390763"/>
          </a:xfrm>
          <a:prstGeom prst="line">
            <a:avLst/>
          </a:prstGeom>
          <a:ln w="25400">
            <a:solidFill>
              <a:srgbClr val="FF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0" name="Straight Connector 99"/>
          <p:cNvCxnSpPr>
            <a:stCxn id="107" idx="4"/>
            <a:endCxn id="93" idx="0"/>
          </p:cNvCxnSpPr>
          <p:nvPr/>
        </p:nvCxnSpPr>
        <p:spPr>
          <a:xfrm>
            <a:off x="3101881" y="1765525"/>
            <a:ext cx="75494" cy="359147"/>
          </a:xfrm>
          <a:prstGeom prst="line">
            <a:avLst/>
          </a:prstGeom>
          <a:ln w="25400">
            <a:solidFill>
              <a:srgbClr val="FF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1" name="Straight Connector 100"/>
          <p:cNvCxnSpPr>
            <a:stCxn id="87" idx="0"/>
            <a:endCxn id="105" idx="4"/>
          </p:cNvCxnSpPr>
          <p:nvPr/>
        </p:nvCxnSpPr>
        <p:spPr>
          <a:xfrm flipH="1" flipV="1">
            <a:off x="2465551" y="1467260"/>
            <a:ext cx="112146" cy="419282"/>
          </a:xfrm>
          <a:prstGeom prst="line">
            <a:avLst/>
          </a:prstGeom>
          <a:ln w="25400">
            <a:solidFill>
              <a:srgbClr val="FF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2" name="Straight Connector 101"/>
          <p:cNvCxnSpPr>
            <a:stCxn id="83" idx="7"/>
            <a:endCxn id="105" idx="4"/>
          </p:cNvCxnSpPr>
          <p:nvPr/>
        </p:nvCxnSpPr>
        <p:spPr>
          <a:xfrm flipV="1">
            <a:off x="2174516" y="1467260"/>
            <a:ext cx="291035" cy="361273"/>
          </a:xfrm>
          <a:prstGeom prst="line">
            <a:avLst/>
          </a:prstGeom>
          <a:ln w="25400">
            <a:solidFill>
              <a:srgbClr val="FF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3" name="Straight Connector 102"/>
          <p:cNvCxnSpPr>
            <a:stCxn id="92" idx="0"/>
            <a:endCxn id="105" idx="4"/>
          </p:cNvCxnSpPr>
          <p:nvPr/>
        </p:nvCxnSpPr>
        <p:spPr>
          <a:xfrm flipV="1">
            <a:off x="2154921" y="1467260"/>
            <a:ext cx="310630" cy="762418"/>
          </a:xfrm>
          <a:prstGeom prst="line">
            <a:avLst/>
          </a:prstGeom>
          <a:ln w="25400">
            <a:solidFill>
              <a:srgbClr val="FF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4" name="Straight Connector 103"/>
          <p:cNvCxnSpPr>
            <a:stCxn id="81" idx="1"/>
            <a:endCxn id="105" idx="4"/>
          </p:cNvCxnSpPr>
          <p:nvPr/>
        </p:nvCxnSpPr>
        <p:spPr>
          <a:xfrm flipH="1" flipV="1">
            <a:off x="2465551" y="1467260"/>
            <a:ext cx="204696" cy="182014"/>
          </a:xfrm>
          <a:prstGeom prst="line">
            <a:avLst/>
          </a:prstGeom>
          <a:ln w="25400">
            <a:solidFill>
              <a:srgbClr val="FF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5" name="Oval 104"/>
          <p:cNvSpPr>
            <a:spLocks noChangeAspect="1"/>
          </p:cNvSpPr>
          <p:nvPr/>
        </p:nvSpPr>
        <p:spPr>
          <a:xfrm>
            <a:off x="2407312" y="1356360"/>
            <a:ext cx="116477" cy="110900"/>
          </a:xfrm>
          <a:prstGeom prst="ellipse">
            <a:avLst/>
          </a:prstGeom>
          <a:gradFill>
            <a:gsLst>
              <a:gs pos="0">
                <a:srgbClr val="3F80CD"/>
              </a:gs>
              <a:gs pos="100000">
                <a:srgbClr val="9BC1FF"/>
              </a:gs>
            </a:gsLst>
          </a:gradFill>
          <a:ln w="0">
            <a:solidFill>
              <a:srgbClr val="4A7EB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91427" tIns="45713" rIns="91427" bIns="45713" spcCol="0" rtlCol="0" anchor="ctr"/>
          <a:lstStyle/>
          <a:p>
            <a:pPr algn="ctr"/>
            <a:endParaRPr lang="en-US" baseline="30000"/>
          </a:p>
        </p:txBody>
      </p:sp>
      <p:cxnSp>
        <p:nvCxnSpPr>
          <p:cNvPr id="106" name="Straight Connector 105"/>
          <p:cNvCxnSpPr/>
          <p:nvPr/>
        </p:nvCxnSpPr>
        <p:spPr>
          <a:xfrm flipH="1" flipV="1">
            <a:off x="2518133" y="1417451"/>
            <a:ext cx="558427" cy="277314"/>
          </a:xfrm>
          <a:prstGeom prst="line">
            <a:avLst/>
          </a:prstGeom>
          <a:ln w="25400">
            <a:solidFill>
              <a:srgbClr val="FF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7" name="Oval 106"/>
          <p:cNvSpPr>
            <a:spLocks noChangeAspect="1"/>
          </p:cNvSpPr>
          <p:nvPr/>
        </p:nvSpPr>
        <p:spPr>
          <a:xfrm>
            <a:off x="3043642" y="1654626"/>
            <a:ext cx="116477" cy="110900"/>
          </a:xfrm>
          <a:prstGeom prst="ellipse">
            <a:avLst/>
          </a:prstGeom>
          <a:gradFill>
            <a:gsLst>
              <a:gs pos="0">
                <a:srgbClr val="3F80CD"/>
              </a:gs>
              <a:gs pos="100000">
                <a:srgbClr val="9BC1FF"/>
              </a:gs>
            </a:gsLst>
          </a:gradFill>
          <a:ln w="0">
            <a:solidFill>
              <a:srgbClr val="4A7EB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91427" tIns="45713" rIns="91427" bIns="45713" spcCol="0" rtlCol="0" anchor="ctr"/>
          <a:lstStyle/>
          <a:p>
            <a:pPr algn="ctr"/>
            <a:endParaRPr lang="en-US" baseline="30000"/>
          </a:p>
        </p:txBody>
      </p:sp>
      <p:cxnSp>
        <p:nvCxnSpPr>
          <p:cNvPr id="113" name="Straight Connector 112"/>
          <p:cNvCxnSpPr>
            <a:stCxn id="117" idx="3"/>
          </p:cNvCxnSpPr>
          <p:nvPr/>
        </p:nvCxnSpPr>
        <p:spPr>
          <a:xfrm flipV="1">
            <a:off x="776702" y="1752600"/>
            <a:ext cx="839296" cy="120872"/>
          </a:xfrm>
          <a:prstGeom prst="line">
            <a:avLst/>
          </a:prstGeom>
          <a:ln w="25400">
            <a:solidFill>
              <a:srgbClr val="FF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4" name="Straight Connector 113"/>
          <p:cNvCxnSpPr>
            <a:stCxn id="117" idx="3"/>
          </p:cNvCxnSpPr>
          <p:nvPr/>
        </p:nvCxnSpPr>
        <p:spPr>
          <a:xfrm>
            <a:off x="776702" y="1873472"/>
            <a:ext cx="839296" cy="412528"/>
          </a:xfrm>
          <a:prstGeom prst="line">
            <a:avLst/>
          </a:prstGeom>
          <a:ln w="25400">
            <a:solidFill>
              <a:srgbClr val="FF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5" name="Straight Connector 114"/>
          <p:cNvCxnSpPr>
            <a:endCxn id="117" idx="3"/>
          </p:cNvCxnSpPr>
          <p:nvPr/>
        </p:nvCxnSpPr>
        <p:spPr>
          <a:xfrm flipH="1">
            <a:off x="776702" y="1447800"/>
            <a:ext cx="839296" cy="425672"/>
          </a:xfrm>
          <a:prstGeom prst="line">
            <a:avLst/>
          </a:prstGeom>
          <a:ln w="25400">
            <a:solidFill>
              <a:srgbClr val="FF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6" name="Straight Connector 115"/>
          <p:cNvCxnSpPr>
            <a:stCxn id="117" idx="3"/>
          </p:cNvCxnSpPr>
          <p:nvPr/>
        </p:nvCxnSpPr>
        <p:spPr>
          <a:xfrm>
            <a:off x="776702" y="1873472"/>
            <a:ext cx="839296" cy="183928"/>
          </a:xfrm>
          <a:prstGeom prst="line">
            <a:avLst/>
          </a:prstGeom>
          <a:ln w="25400">
            <a:solidFill>
              <a:srgbClr val="FF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7" name="Rounded Rectangle 116"/>
          <p:cNvSpPr/>
          <p:nvPr/>
        </p:nvSpPr>
        <p:spPr>
          <a:xfrm>
            <a:off x="502382" y="1736312"/>
            <a:ext cx="274320" cy="274320"/>
          </a:xfrm>
          <a:prstGeom prst="round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6" name="TextBox 125"/>
          <p:cNvSpPr txBox="1"/>
          <p:nvPr/>
        </p:nvSpPr>
        <p:spPr>
          <a:xfrm>
            <a:off x="76200" y="2129135"/>
            <a:ext cx="108259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Higher-Order</a:t>
            </a:r>
            <a:br>
              <a:rPr lang="en-US" dirty="0"/>
            </a:br>
            <a:r>
              <a:rPr lang="en-US" dirty="0"/>
              <a:t>Potentials</a:t>
            </a:r>
          </a:p>
        </p:txBody>
      </p:sp>
    </p:spTree>
    <p:extLst>
      <p:ext uri="{BB962C8B-B14F-4D97-AF65-F5344CB8AC3E}">
        <p14:creationId xmlns:p14="http://schemas.microsoft.com/office/powerpoint/2010/main" val="404349519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Biological Neuron</a:t>
            </a:r>
          </a:p>
        </p:txBody>
      </p:sp>
      <p:pic>
        <p:nvPicPr>
          <p:cNvPr id="6" name="Picture 5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52600" y="1752600"/>
            <a:ext cx="5283200" cy="3962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1977964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The Neuron Metaphor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sz="2000" dirty="0"/>
              <a:t>Neurons</a:t>
            </a:r>
          </a:p>
          <a:p>
            <a:pPr lvl="2"/>
            <a:r>
              <a:rPr lang="en-US" sz="1400" dirty="0"/>
              <a:t>accept information from multiple inputs, </a:t>
            </a:r>
          </a:p>
          <a:p>
            <a:pPr lvl="2"/>
            <a:r>
              <a:rPr lang="en-US" sz="1400" dirty="0"/>
              <a:t>transmit information to other neurons.</a:t>
            </a:r>
          </a:p>
          <a:p>
            <a:r>
              <a:rPr lang="en-US" sz="2000" dirty="0"/>
              <a:t>Artificial neuron</a:t>
            </a:r>
          </a:p>
          <a:p>
            <a:pPr lvl="2"/>
            <a:r>
              <a:rPr lang="en-US" sz="1200" dirty="0"/>
              <a:t>Multiply inputs by weights along edges</a:t>
            </a:r>
          </a:p>
          <a:p>
            <a:pPr lvl="2"/>
            <a:r>
              <a:rPr lang="en-US" sz="1200" dirty="0"/>
              <a:t>Apply some function to the set of inputs at each node</a:t>
            </a:r>
          </a:p>
        </p:txBody>
      </p:sp>
      <p:pic>
        <p:nvPicPr>
          <p:cNvPr id="8" name="Picture 7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3429000"/>
            <a:ext cx="4568394" cy="1952717"/>
          </a:xfrm>
          <a:prstGeom prst="rect">
            <a:avLst/>
          </a:prstGeom>
        </p:spPr>
      </p:pic>
      <p:pic>
        <p:nvPicPr>
          <p:cNvPr id="9" name="Picture 8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59350" y="3352800"/>
            <a:ext cx="4184650" cy="23876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7822214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Types of Neurons</a:t>
            </a:r>
          </a:p>
        </p:txBody>
      </p:sp>
      <p:cxnSp>
        <p:nvCxnSpPr>
          <p:cNvPr id="19" name="Straight Arrow Connector 18"/>
          <p:cNvCxnSpPr>
            <a:endCxn id="18" idx="2"/>
          </p:cNvCxnSpPr>
          <p:nvPr/>
        </p:nvCxnSpPr>
        <p:spPr>
          <a:xfrm>
            <a:off x="683944" y="1656240"/>
            <a:ext cx="1130300" cy="674712"/>
          </a:xfrm>
          <a:prstGeom prst="straightConnector1">
            <a:avLst/>
          </a:prstGeom>
          <a:ln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Straight Arrow Connector 19"/>
          <p:cNvCxnSpPr>
            <a:endCxn id="18" idx="2"/>
          </p:cNvCxnSpPr>
          <p:nvPr/>
        </p:nvCxnSpPr>
        <p:spPr>
          <a:xfrm>
            <a:off x="683944" y="2265840"/>
            <a:ext cx="1130300" cy="65112"/>
          </a:xfrm>
          <a:prstGeom prst="straightConnector1">
            <a:avLst/>
          </a:prstGeom>
          <a:ln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Straight Arrow Connector 20"/>
          <p:cNvCxnSpPr>
            <a:endCxn id="18" idx="2"/>
          </p:cNvCxnSpPr>
          <p:nvPr/>
        </p:nvCxnSpPr>
        <p:spPr>
          <a:xfrm flipV="1">
            <a:off x="683944" y="2330952"/>
            <a:ext cx="1130300" cy="765152"/>
          </a:xfrm>
          <a:prstGeom prst="straightConnector1">
            <a:avLst/>
          </a:prstGeom>
          <a:ln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Straight Arrow Connector 21"/>
          <p:cNvCxnSpPr>
            <a:endCxn id="18" idx="0"/>
          </p:cNvCxnSpPr>
          <p:nvPr/>
        </p:nvCxnSpPr>
        <p:spPr>
          <a:xfrm rot="5400000">
            <a:off x="1923397" y="1828893"/>
            <a:ext cx="392906" cy="23788"/>
          </a:xfrm>
          <a:prstGeom prst="straightConnector1">
            <a:avLst/>
          </a:prstGeom>
          <a:ln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Straight Arrow Connector 22"/>
          <p:cNvCxnSpPr>
            <a:stCxn id="18" idx="6"/>
          </p:cNvCxnSpPr>
          <p:nvPr/>
        </p:nvCxnSpPr>
        <p:spPr>
          <a:xfrm>
            <a:off x="2401668" y="2330952"/>
            <a:ext cx="815926" cy="1588"/>
          </a:xfrm>
          <a:prstGeom prst="straightConnector1">
            <a:avLst/>
          </a:prstGeom>
          <a:ln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28" name="Picture 27" descr="latex-image-1.pdf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57400" y="1257300"/>
            <a:ext cx="127000" cy="266700"/>
          </a:xfrm>
          <a:prstGeom prst="rect">
            <a:avLst/>
          </a:prstGeom>
        </p:spPr>
      </p:pic>
      <p:grpSp>
        <p:nvGrpSpPr>
          <p:cNvPr id="61" name="Group 60"/>
          <p:cNvGrpSpPr/>
          <p:nvPr/>
        </p:nvGrpSpPr>
        <p:grpSpPr>
          <a:xfrm>
            <a:off x="1814244" y="2037240"/>
            <a:ext cx="587424" cy="587424"/>
            <a:chOff x="1814244" y="1478440"/>
            <a:chExt cx="587424" cy="587424"/>
          </a:xfrm>
        </p:grpSpPr>
        <p:sp>
          <p:nvSpPr>
            <p:cNvPr id="18" name="Oval 17"/>
            <p:cNvSpPr/>
            <p:nvPr/>
          </p:nvSpPr>
          <p:spPr>
            <a:xfrm>
              <a:off x="1814244" y="1478440"/>
              <a:ext cx="587424" cy="587424"/>
            </a:xfrm>
            <a:prstGeom prst="ellipse">
              <a:avLst/>
            </a:prstGeom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30" name="Straight Connector 29"/>
            <p:cNvCxnSpPr/>
            <p:nvPr/>
          </p:nvCxnSpPr>
          <p:spPr>
            <a:xfrm rot="5400000" flipH="1" flipV="1">
              <a:off x="1936903" y="1601099"/>
              <a:ext cx="342106" cy="342106"/>
            </a:xfrm>
            <a:prstGeom prst="line">
              <a:avLst/>
            </a:prstGeom>
            <a:ln>
              <a:solidFill>
                <a:srgbClr val="FF00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1" name="TextBox 30"/>
          <p:cNvSpPr txBox="1"/>
          <p:nvPr/>
        </p:nvSpPr>
        <p:spPr>
          <a:xfrm>
            <a:off x="1348486" y="3005893"/>
            <a:ext cx="15189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Linear Neuron</a:t>
            </a:r>
          </a:p>
        </p:txBody>
      </p:sp>
      <p:sp>
        <p:nvSpPr>
          <p:cNvPr id="32" name="Oval 31"/>
          <p:cNvSpPr/>
          <p:nvPr/>
        </p:nvSpPr>
        <p:spPr>
          <a:xfrm>
            <a:off x="5401994" y="3630749"/>
            <a:ext cx="587424" cy="587424"/>
          </a:xfrm>
          <a:prstGeom prst="ellipse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33" name="Straight Arrow Connector 32"/>
          <p:cNvCxnSpPr>
            <a:endCxn id="32" idx="2"/>
          </p:cNvCxnSpPr>
          <p:nvPr/>
        </p:nvCxnSpPr>
        <p:spPr>
          <a:xfrm>
            <a:off x="4271694" y="3249749"/>
            <a:ext cx="1130300" cy="674712"/>
          </a:xfrm>
          <a:prstGeom prst="straightConnector1">
            <a:avLst/>
          </a:prstGeom>
          <a:ln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Straight Arrow Connector 33"/>
          <p:cNvCxnSpPr>
            <a:endCxn id="32" idx="2"/>
          </p:cNvCxnSpPr>
          <p:nvPr/>
        </p:nvCxnSpPr>
        <p:spPr>
          <a:xfrm>
            <a:off x="4271694" y="3859349"/>
            <a:ext cx="1130300" cy="65112"/>
          </a:xfrm>
          <a:prstGeom prst="straightConnector1">
            <a:avLst/>
          </a:prstGeom>
          <a:ln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Straight Arrow Connector 34"/>
          <p:cNvCxnSpPr>
            <a:endCxn id="32" idx="2"/>
          </p:cNvCxnSpPr>
          <p:nvPr/>
        </p:nvCxnSpPr>
        <p:spPr>
          <a:xfrm flipV="1">
            <a:off x="4271694" y="3924461"/>
            <a:ext cx="1130300" cy="765152"/>
          </a:xfrm>
          <a:prstGeom prst="straightConnector1">
            <a:avLst/>
          </a:prstGeom>
          <a:ln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Straight Arrow Connector 35"/>
          <p:cNvCxnSpPr>
            <a:endCxn id="32" idx="0"/>
          </p:cNvCxnSpPr>
          <p:nvPr/>
        </p:nvCxnSpPr>
        <p:spPr>
          <a:xfrm rot="5400000">
            <a:off x="5511147" y="3422402"/>
            <a:ext cx="392906" cy="23788"/>
          </a:xfrm>
          <a:prstGeom prst="straightConnector1">
            <a:avLst/>
          </a:prstGeom>
          <a:ln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Straight Arrow Connector 36"/>
          <p:cNvCxnSpPr>
            <a:stCxn id="32" idx="6"/>
          </p:cNvCxnSpPr>
          <p:nvPr/>
        </p:nvCxnSpPr>
        <p:spPr>
          <a:xfrm>
            <a:off x="5989418" y="3924461"/>
            <a:ext cx="815926" cy="1588"/>
          </a:xfrm>
          <a:prstGeom prst="straightConnector1">
            <a:avLst/>
          </a:prstGeom>
          <a:ln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42" name="Picture 41" descr="latex-image-1.pdf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38800" y="2798899"/>
            <a:ext cx="127000" cy="266700"/>
          </a:xfrm>
          <a:prstGeom prst="rect">
            <a:avLst/>
          </a:prstGeom>
        </p:spPr>
      </p:pic>
      <p:sp>
        <p:nvSpPr>
          <p:cNvPr id="44" name="TextBox 43"/>
          <p:cNvSpPr txBox="1"/>
          <p:nvPr/>
        </p:nvSpPr>
        <p:spPr>
          <a:xfrm>
            <a:off x="4936236" y="4599402"/>
            <a:ext cx="163604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Logistic Neuron</a:t>
            </a:r>
          </a:p>
        </p:txBody>
      </p:sp>
      <p:cxnSp>
        <p:nvCxnSpPr>
          <p:cNvPr id="45" name="Curved Connector 44"/>
          <p:cNvCxnSpPr/>
          <p:nvPr/>
        </p:nvCxnSpPr>
        <p:spPr>
          <a:xfrm flipV="1">
            <a:off x="5490894" y="3783149"/>
            <a:ext cx="411480" cy="301752"/>
          </a:xfrm>
          <a:prstGeom prst="curvedConnector3">
            <a:avLst>
              <a:gd name="adj1" fmla="val 50000"/>
            </a:avLst>
          </a:prstGeom>
          <a:ln>
            <a:solidFill>
              <a:srgbClr val="FF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" name="Straight Arrow Connector 46"/>
          <p:cNvCxnSpPr>
            <a:endCxn id="46" idx="2"/>
          </p:cNvCxnSpPr>
          <p:nvPr/>
        </p:nvCxnSpPr>
        <p:spPr>
          <a:xfrm>
            <a:off x="762000" y="4944975"/>
            <a:ext cx="1130300" cy="674712"/>
          </a:xfrm>
          <a:prstGeom prst="straightConnector1">
            <a:avLst/>
          </a:prstGeom>
          <a:ln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Straight Arrow Connector 47"/>
          <p:cNvCxnSpPr>
            <a:endCxn id="46" idx="2"/>
          </p:cNvCxnSpPr>
          <p:nvPr/>
        </p:nvCxnSpPr>
        <p:spPr>
          <a:xfrm>
            <a:off x="762000" y="5554575"/>
            <a:ext cx="1130300" cy="65112"/>
          </a:xfrm>
          <a:prstGeom prst="straightConnector1">
            <a:avLst/>
          </a:prstGeom>
          <a:ln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" name="Straight Arrow Connector 48"/>
          <p:cNvCxnSpPr>
            <a:endCxn id="46" idx="2"/>
          </p:cNvCxnSpPr>
          <p:nvPr/>
        </p:nvCxnSpPr>
        <p:spPr>
          <a:xfrm flipV="1">
            <a:off x="762000" y="5619687"/>
            <a:ext cx="1130300" cy="765152"/>
          </a:xfrm>
          <a:prstGeom prst="straightConnector1">
            <a:avLst/>
          </a:prstGeom>
          <a:ln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" name="Straight Arrow Connector 49"/>
          <p:cNvCxnSpPr>
            <a:endCxn id="46" idx="0"/>
          </p:cNvCxnSpPr>
          <p:nvPr/>
        </p:nvCxnSpPr>
        <p:spPr>
          <a:xfrm rot="5400000">
            <a:off x="2001453" y="5117628"/>
            <a:ext cx="392906" cy="23788"/>
          </a:xfrm>
          <a:prstGeom prst="straightConnector1">
            <a:avLst/>
          </a:prstGeom>
          <a:ln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" name="Straight Arrow Connector 50"/>
          <p:cNvCxnSpPr>
            <a:stCxn id="46" idx="6"/>
          </p:cNvCxnSpPr>
          <p:nvPr/>
        </p:nvCxnSpPr>
        <p:spPr>
          <a:xfrm>
            <a:off x="2479724" y="5619687"/>
            <a:ext cx="815926" cy="1588"/>
          </a:xfrm>
          <a:prstGeom prst="straightConnector1">
            <a:avLst/>
          </a:prstGeom>
          <a:ln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56" name="Picture 55" descr="latex-image-1.pdf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92606" y="4494125"/>
            <a:ext cx="127000" cy="266700"/>
          </a:xfrm>
          <a:prstGeom prst="rect">
            <a:avLst/>
          </a:prstGeom>
        </p:spPr>
      </p:pic>
      <p:sp>
        <p:nvSpPr>
          <p:cNvPr id="58" name="TextBox 57"/>
          <p:cNvSpPr txBox="1"/>
          <p:nvPr/>
        </p:nvSpPr>
        <p:spPr>
          <a:xfrm>
            <a:off x="1571840" y="6193770"/>
            <a:ext cx="122104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err="1"/>
              <a:t>Perceptron</a:t>
            </a:r>
            <a:endParaRPr lang="en-US" dirty="0"/>
          </a:p>
        </p:txBody>
      </p:sp>
      <p:grpSp>
        <p:nvGrpSpPr>
          <p:cNvPr id="63" name="Group 62"/>
          <p:cNvGrpSpPr/>
          <p:nvPr/>
        </p:nvGrpSpPr>
        <p:grpSpPr>
          <a:xfrm>
            <a:off x="1892300" y="5325975"/>
            <a:ext cx="587424" cy="587424"/>
            <a:chOff x="2061894" y="4690975"/>
            <a:chExt cx="587424" cy="587424"/>
          </a:xfrm>
        </p:grpSpPr>
        <p:sp>
          <p:nvSpPr>
            <p:cNvPr id="46" name="Oval 45"/>
            <p:cNvSpPr/>
            <p:nvPr/>
          </p:nvSpPr>
          <p:spPr>
            <a:xfrm>
              <a:off x="2061894" y="4690975"/>
              <a:ext cx="587424" cy="587424"/>
            </a:xfrm>
            <a:prstGeom prst="ellipse">
              <a:avLst/>
            </a:prstGeom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59" name="Elbow Connector 58"/>
            <p:cNvCxnSpPr/>
            <p:nvPr/>
          </p:nvCxnSpPr>
          <p:spPr>
            <a:xfrm flipV="1">
              <a:off x="2156226" y="4831417"/>
              <a:ext cx="350168" cy="284163"/>
            </a:xfrm>
            <a:prstGeom prst="bentConnector3">
              <a:avLst>
                <a:gd name="adj1" fmla="val 50000"/>
              </a:avLst>
            </a:prstGeom>
            <a:ln>
              <a:solidFill>
                <a:srgbClr val="FF00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60" name="TextBox 59"/>
          <p:cNvSpPr txBox="1"/>
          <p:nvPr/>
        </p:nvSpPr>
        <p:spPr>
          <a:xfrm>
            <a:off x="4936236" y="5825740"/>
            <a:ext cx="4145786" cy="646331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Potentially more.  Require a convex </a:t>
            </a:r>
          </a:p>
          <a:p>
            <a:r>
              <a:rPr lang="en-US" dirty="0"/>
              <a:t>loss function for gradient descent training.</a:t>
            </a:r>
          </a:p>
        </p:txBody>
      </p:sp>
      <p:pic>
        <p:nvPicPr>
          <p:cNvPr id="3" name="Picture 2" descr="latex-image-1.pdf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09800" y="1625600"/>
            <a:ext cx="482600" cy="292100"/>
          </a:xfrm>
          <a:prstGeom prst="rect">
            <a:avLst/>
          </a:prstGeom>
        </p:spPr>
      </p:pic>
      <p:pic>
        <p:nvPicPr>
          <p:cNvPr id="4" name="Picture 3" descr="latex-image-1.pdf"/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62000" y="1625600"/>
            <a:ext cx="469900" cy="279400"/>
          </a:xfrm>
          <a:prstGeom prst="rect">
            <a:avLst/>
          </a:prstGeom>
        </p:spPr>
      </p:pic>
      <p:pic>
        <p:nvPicPr>
          <p:cNvPr id="5" name="Picture 4" descr="latex-image-1.pdf"/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62000" y="2159000"/>
            <a:ext cx="482600" cy="279400"/>
          </a:xfrm>
          <a:prstGeom prst="rect">
            <a:avLst/>
          </a:prstGeom>
        </p:spPr>
      </p:pic>
      <p:pic>
        <p:nvPicPr>
          <p:cNvPr id="6" name="Picture 5" descr="latex-image-1.pdf"/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62000" y="2921000"/>
            <a:ext cx="508000" cy="279400"/>
          </a:xfrm>
          <a:prstGeom prst="rect">
            <a:avLst/>
          </a:prstGeom>
        </p:spPr>
      </p:pic>
      <p:pic>
        <p:nvPicPr>
          <p:cNvPr id="7" name="Picture 6" descr="latex-image-1.pdf"/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276600" y="2082800"/>
            <a:ext cx="1371600" cy="469900"/>
          </a:xfrm>
          <a:prstGeom prst="rect">
            <a:avLst/>
          </a:prstGeom>
        </p:spPr>
      </p:pic>
      <p:pic>
        <p:nvPicPr>
          <p:cNvPr id="65" name="Picture 64" descr="latex-image-1.pdf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68806" y="4902200"/>
            <a:ext cx="482600" cy="292100"/>
          </a:xfrm>
          <a:prstGeom prst="rect">
            <a:avLst/>
          </a:prstGeom>
        </p:spPr>
      </p:pic>
      <p:pic>
        <p:nvPicPr>
          <p:cNvPr id="66" name="Picture 65" descr="latex-image-1.pdf"/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21006" y="4902200"/>
            <a:ext cx="469900" cy="279400"/>
          </a:xfrm>
          <a:prstGeom prst="rect">
            <a:avLst/>
          </a:prstGeom>
        </p:spPr>
      </p:pic>
      <p:pic>
        <p:nvPicPr>
          <p:cNvPr id="67" name="Picture 66" descr="latex-image-1.pdf"/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21006" y="5435600"/>
            <a:ext cx="482600" cy="279400"/>
          </a:xfrm>
          <a:prstGeom prst="rect">
            <a:avLst/>
          </a:prstGeom>
        </p:spPr>
      </p:pic>
      <p:pic>
        <p:nvPicPr>
          <p:cNvPr id="68" name="Picture 67" descr="latex-image-1.pdf"/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21006" y="6197600"/>
            <a:ext cx="508000" cy="279400"/>
          </a:xfrm>
          <a:prstGeom prst="rect">
            <a:avLst/>
          </a:prstGeom>
        </p:spPr>
      </p:pic>
      <p:pic>
        <p:nvPicPr>
          <p:cNvPr id="69" name="Picture 68" descr="latex-image-1.pdf"/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335606" y="5359400"/>
            <a:ext cx="1371600" cy="469900"/>
          </a:xfrm>
          <a:prstGeom prst="rect">
            <a:avLst/>
          </a:prstGeom>
        </p:spPr>
      </p:pic>
      <p:pic>
        <p:nvPicPr>
          <p:cNvPr id="70" name="Picture 69" descr="latex-image-1.pdf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791200" y="3225800"/>
            <a:ext cx="482600" cy="292100"/>
          </a:xfrm>
          <a:prstGeom prst="rect">
            <a:avLst/>
          </a:prstGeom>
        </p:spPr>
      </p:pic>
      <p:pic>
        <p:nvPicPr>
          <p:cNvPr id="71" name="Picture 70" descr="latex-image-1.pdf"/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343400" y="3225800"/>
            <a:ext cx="469900" cy="279400"/>
          </a:xfrm>
          <a:prstGeom prst="rect">
            <a:avLst/>
          </a:prstGeom>
        </p:spPr>
      </p:pic>
      <p:pic>
        <p:nvPicPr>
          <p:cNvPr id="72" name="Picture 71" descr="latex-image-1.pdf"/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343400" y="3759200"/>
            <a:ext cx="482600" cy="279400"/>
          </a:xfrm>
          <a:prstGeom prst="rect">
            <a:avLst/>
          </a:prstGeom>
        </p:spPr>
      </p:pic>
      <p:pic>
        <p:nvPicPr>
          <p:cNvPr id="73" name="Picture 72" descr="latex-image-1.pdf"/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343400" y="4521200"/>
            <a:ext cx="508000" cy="279400"/>
          </a:xfrm>
          <a:prstGeom prst="rect">
            <a:avLst/>
          </a:prstGeom>
        </p:spPr>
      </p:pic>
      <p:pic>
        <p:nvPicPr>
          <p:cNvPr id="74" name="Picture 73" descr="latex-image-1.pdf"/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858000" y="3683000"/>
            <a:ext cx="1371600" cy="4699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11357744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Activation Functions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sigmoid vs tanh</a:t>
            </a:r>
          </a:p>
          <a:p>
            <a:pPr>
              <a:buFontTx/>
              <a:buChar char="-"/>
            </a:pPr>
            <a:r>
              <a:rPr lang="en-US" dirty="0"/>
              <a:t>saturated gradients towards +/- infinity</a:t>
            </a:r>
          </a:p>
          <a:p>
            <a:pPr>
              <a:buFontTx/>
              <a:buChar char="-"/>
            </a:pPr>
            <a:r>
              <a:rPr lang="en-US" dirty="0"/>
              <a:t>sigmoid has non-zero mean</a:t>
            </a:r>
          </a:p>
        </p:txBody>
      </p:sp>
      <p:pic>
        <p:nvPicPr>
          <p:cNvPr id="7" name="Picture 6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7000" y="3895454"/>
            <a:ext cx="4064000" cy="2590800"/>
          </a:xfrm>
          <a:prstGeom prst="rect">
            <a:avLst/>
          </a:prstGeom>
        </p:spPr>
      </p:pic>
      <p:pic>
        <p:nvPicPr>
          <p:cNvPr id="8" name="Picture 7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53000" y="3740809"/>
            <a:ext cx="4064000" cy="2565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9695620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Rectified Linear Units (</a:t>
            </a:r>
            <a:r>
              <a:rPr lang="en-US" dirty="0" err="1"/>
              <a:t>ReLU</a:t>
            </a:r>
            <a:r>
              <a:rPr lang="en-US" dirty="0"/>
              <a:t>)</a:t>
            </a:r>
          </a:p>
        </p:txBody>
      </p:sp>
      <p:pic>
        <p:nvPicPr>
          <p:cNvPr id="8" name="Picture 7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609" y="1905000"/>
            <a:ext cx="4044463" cy="3206383"/>
          </a:xfrm>
          <a:prstGeom prst="rect">
            <a:avLst/>
          </a:prstGeom>
        </p:spPr>
      </p:pic>
      <p:pic>
        <p:nvPicPr>
          <p:cNvPr id="3" name="Picture 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62690" y="1828800"/>
            <a:ext cx="4381310" cy="34925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231675" y="5410200"/>
            <a:ext cx="2006379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[</a:t>
            </a:r>
            <a:r>
              <a:rPr lang="en-US" dirty="0" err="1"/>
              <a:t>Krizhevsky</a:t>
            </a:r>
            <a:r>
              <a:rPr lang="en-US" dirty="0"/>
              <a:t> et al., NIPS12]</a:t>
            </a:r>
          </a:p>
        </p:txBody>
      </p:sp>
    </p:spTree>
    <p:extLst>
      <p:ext uri="{BB962C8B-B14F-4D97-AF65-F5344CB8AC3E}">
        <p14:creationId xmlns:p14="http://schemas.microsoft.com/office/powerpoint/2010/main" val="451070123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Limitation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A single “neuron” is still a linear decision boundary</a:t>
            </a:r>
          </a:p>
          <a:p>
            <a:endParaRPr lang="en-US" dirty="0"/>
          </a:p>
          <a:p>
            <a:r>
              <a:rPr lang="en-US" dirty="0"/>
              <a:t>What to do?</a:t>
            </a:r>
          </a:p>
          <a:p>
            <a:endParaRPr lang="en-US" dirty="0"/>
          </a:p>
          <a:p>
            <a:r>
              <a:rPr lang="en-US" dirty="0"/>
              <a:t>Idea: Stack a bunch of them together! </a:t>
            </a:r>
          </a:p>
        </p:txBody>
      </p:sp>
    </p:spTree>
    <p:extLst>
      <p:ext uri="{BB962C8B-B14F-4D97-AF65-F5344CB8AC3E}">
        <p14:creationId xmlns:p14="http://schemas.microsoft.com/office/powerpoint/2010/main" val="176656635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Multilayer Networks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z="2000" dirty="0">
                <a:solidFill>
                  <a:prstClr val="black"/>
                </a:solidFill>
              </a:rPr>
              <a:t>Cascade neurons together</a:t>
            </a:r>
          </a:p>
          <a:p>
            <a:pPr lvl="0"/>
            <a:r>
              <a:rPr lang="en-US" sz="2000" dirty="0">
                <a:solidFill>
                  <a:prstClr val="black"/>
                </a:solidFill>
              </a:rPr>
              <a:t>The output from one layer is the input to the next</a:t>
            </a:r>
          </a:p>
          <a:p>
            <a:pPr lvl="0"/>
            <a:r>
              <a:rPr lang="en-US" sz="2000" dirty="0">
                <a:solidFill>
                  <a:prstClr val="black"/>
                </a:solidFill>
              </a:rPr>
              <a:t>Each layer has its own sets of weights</a:t>
            </a:r>
          </a:p>
        </p:txBody>
      </p:sp>
      <p:pic>
        <p:nvPicPr>
          <p:cNvPr id="6" name="Picture 5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443" y="2895600"/>
            <a:ext cx="3671316" cy="2514600"/>
          </a:xfrm>
          <a:prstGeom prst="rect">
            <a:avLst/>
          </a:prstGeom>
        </p:spPr>
      </p:pic>
      <p:pic>
        <p:nvPicPr>
          <p:cNvPr id="7" name="Picture 6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17587" y="2895600"/>
            <a:ext cx="5126413" cy="25146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4556793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5" name="Shape 1165"/>
          <p:cNvSpPr txBox="1"/>
          <p:nvPr/>
        </p:nvSpPr>
        <p:spPr>
          <a:xfrm>
            <a:off x="666747" y="402307"/>
            <a:ext cx="7810506" cy="760800"/>
          </a:xfrm>
          <a:prstGeom prst="rect">
            <a:avLst/>
          </a:prstGeom>
          <a:noFill/>
          <a:ln>
            <a:noFill/>
          </a:ln>
        </p:spPr>
        <p:txBody>
          <a:bodyPr lIns="91425" tIns="91425" rIns="91425" bIns="91425" anchor="t" anchorCtr="0">
            <a:noAutofit/>
          </a:bodyPr>
          <a:lstStyle/>
          <a:p>
            <a:pPr lvl="0"/>
            <a:r>
              <a:rPr lang="en-US" sz="4400" dirty="0"/>
              <a:t>Multilayer Networks</a:t>
            </a:r>
            <a:endParaRPr lang="en" sz="4400" dirty="0"/>
          </a:p>
        </p:txBody>
      </p:sp>
      <p:sp>
        <p:nvSpPr>
          <p:cNvPr id="1168" name="Shape 1168"/>
          <p:cNvSpPr txBox="1"/>
          <p:nvPr/>
        </p:nvSpPr>
        <p:spPr>
          <a:xfrm>
            <a:off x="457200" y="1980310"/>
            <a:ext cx="5023474" cy="2027202"/>
          </a:xfrm>
          <a:prstGeom prst="rect">
            <a:avLst/>
          </a:prstGeom>
          <a:noFill/>
          <a:ln>
            <a:noFill/>
          </a:ln>
        </p:spPr>
        <p:txBody>
          <a:bodyPr lIns="91425" tIns="91425" rIns="91425" bIns="91425" anchor="t" anchorCtr="0">
            <a:noAutofit/>
          </a:bodyPr>
          <a:lstStyle/>
          <a:p>
            <a:pPr marL="342900" indent="-342900" algn="l">
              <a:spcBef>
                <a:spcPts val="0"/>
              </a:spcBef>
              <a:buFont typeface="Arial" panose="020B0604020202020204" pitchFamily="34" charset="0"/>
              <a:buChar char="•"/>
            </a:pPr>
            <a:r>
              <a:rPr lang="en" sz="2400" dirty="0"/>
              <a:t>A 2-layer neural network:</a:t>
            </a:r>
          </a:p>
          <a:p>
            <a:pPr marL="342900" indent="-342900" algn="l">
              <a:spcBef>
                <a:spcPts val="0"/>
              </a:spcBef>
              <a:buFont typeface="Arial" panose="020B0604020202020204" pitchFamily="34" charset="0"/>
              <a:buChar char="•"/>
            </a:pPr>
            <a:endParaRPr lang="en" sz="2400" dirty="0"/>
          </a:p>
          <a:p>
            <a:pPr marL="342900" indent="-342900" algn="l">
              <a:spcBef>
                <a:spcPts val="0"/>
              </a:spcBef>
              <a:buFont typeface="Arial" panose="020B0604020202020204" pitchFamily="34" charset="0"/>
              <a:buChar char="•"/>
            </a:pPr>
            <a:endParaRPr lang="en" sz="2400" dirty="0"/>
          </a:p>
          <a:p>
            <a:pPr marL="342900" indent="-342900" algn="l">
              <a:spcBef>
                <a:spcPts val="0"/>
              </a:spcBef>
              <a:buFont typeface="Arial" panose="020B0604020202020204" pitchFamily="34" charset="0"/>
              <a:buChar char="•"/>
            </a:pPr>
            <a:endParaRPr lang="en" sz="2400" dirty="0"/>
          </a:p>
          <a:p>
            <a:pPr marL="342900" indent="-342900" algn="l">
              <a:spcBef>
                <a:spcPts val="0"/>
              </a:spcBef>
              <a:buFont typeface="Arial" panose="020B0604020202020204" pitchFamily="34" charset="0"/>
              <a:buChar char="•"/>
            </a:pPr>
            <a:r>
              <a:rPr lang="en" sz="2400" dirty="0"/>
              <a:t>A 3-layer neural network:</a:t>
            </a:r>
          </a:p>
          <a:p>
            <a:pPr algn="l">
              <a:spcBef>
                <a:spcPts val="0"/>
              </a:spcBef>
            </a:pPr>
            <a:r>
              <a:rPr lang="en" sz="2400" dirty="0"/>
              <a:t>      </a:t>
            </a:r>
          </a:p>
        </p:txBody>
      </p:sp>
      <p:pic>
        <p:nvPicPr>
          <p:cNvPr id="1169" name="Shape 1169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838200" y="2514600"/>
            <a:ext cx="3554875" cy="494750"/>
          </a:xfrm>
          <a:prstGeom prst="rect">
            <a:avLst/>
          </a:prstGeom>
          <a:noFill/>
          <a:ln>
            <a:noFill/>
          </a:ln>
        </p:spPr>
      </p:pic>
      <p:pic>
        <p:nvPicPr>
          <p:cNvPr id="19" name="Shape 1215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817581" y="4007512"/>
            <a:ext cx="5424259" cy="494750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380451819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8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22" name="Shape 1222"/>
          <p:cNvSpPr txBox="1"/>
          <p:nvPr/>
        </p:nvSpPr>
        <p:spPr>
          <a:xfrm>
            <a:off x="322146" y="297078"/>
            <a:ext cx="8589300" cy="625887"/>
          </a:xfrm>
          <a:prstGeom prst="rect">
            <a:avLst/>
          </a:prstGeom>
          <a:noFill/>
          <a:ln>
            <a:noFill/>
          </a:ln>
        </p:spPr>
        <p:txBody>
          <a:bodyPr lIns="91425" tIns="91425" rIns="91425" bIns="91425" anchor="t" anchorCtr="0">
            <a:noAutofit/>
          </a:bodyPr>
          <a:lstStyle/>
          <a:p>
            <a:pPr>
              <a:spcBef>
                <a:spcPts val="0"/>
              </a:spcBef>
            </a:pPr>
            <a:r>
              <a:rPr lang="ro-RO" sz="3200" dirty="0" err="1"/>
              <a:t>Detailed</a:t>
            </a:r>
            <a:r>
              <a:rPr lang="ro-RO" sz="3200" dirty="0"/>
              <a:t> </a:t>
            </a:r>
            <a:r>
              <a:rPr lang="ro-RO" sz="3200" dirty="0" err="1"/>
              <a:t>architecture</a:t>
            </a:r>
            <a:r>
              <a:rPr lang="ro-RO" sz="3200" dirty="0"/>
              <a:t> of a neural </a:t>
            </a:r>
            <a:r>
              <a:rPr lang="ro-RO" sz="3200" dirty="0" err="1"/>
              <a:t>network</a:t>
            </a:r>
            <a:endParaRPr lang="en" sz="3200" dirty="0"/>
          </a:p>
        </p:txBody>
      </p:sp>
      <p:sp>
        <p:nvSpPr>
          <p:cNvPr id="2" name="Oval 1">
            <a:extLst>
              <a:ext uri="{FF2B5EF4-FFF2-40B4-BE49-F238E27FC236}">
                <a16:creationId xmlns:a16="http://schemas.microsoft.com/office/drawing/2014/main" id="{6710182A-8604-9542-B75E-5D9D44D23AAE}"/>
              </a:ext>
            </a:extLst>
          </p:cNvPr>
          <p:cNvSpPr/>
          <p:nvPr/>
        </p:nvSpPr>
        <p:spPr>
          <a:xfrm>
            <a:off x="1135511" y="2995616"/>
            <a:ext cx="461913" cy="466344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Oval 4">
            <a:extLst>
              <a:ext uri="{FF2B5EF4-FFF2-40B4-BE49-F238E27FC236}">
                <a16:creationId xmlns:a16="http://schemas.microsoft.com/office/drawing/2014/main" id="{B0EA9942-0587-414A-9E2A-BFC2398EBDEE}"/>
              </a:ext>
            </a:extLst>
          </p:cNvPr>
          <p:cNvSpPr/>
          <p:nvPr/>
        </p:nvSpPr>
        <p:spPr>
          <a:xfrm>
            <a:off x="1135512" y="2096456"/>
            <a:ext cx="461913" cy="466344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Oval 5">
            <a:extLst>
              <a:ext uri="{FF2B5EF4-FFF2-40B4-BE49-F238E27FC236}">
                <a16:creationId xmlns:a16="http://schemas.microsoft.com/office/drawing/2014/main" id="{CCA268F2-9921-FE4F-A028-788BC16B51BB}"/>
              </a:ext>
            </a:extLst>
          </p:cNvPr>
          <p:cNvSpPr/>
          <p:nvPr/>
        </p:nvSpPr>
        <p:spPr>
          <a:xfrm>
            <a:off x="1135511" y="3894776"/>
            <a:ext cx="461913" cy="466344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Oval 6">
            <a:extLst>
              <a:ext uri="{FF2B5EF4-FFF2-40B4-BE49-F238E27FC236}">
                <a16:creationId xmlns:a16="http://schemas.microsoft.com/office/drawing/2014/main" id="{867C114C-BA62-0947-8748-5AD7172A1A91}"/>
              </a:ext>
            </a:extLst>
          </p:cNvPr>
          <p:cNvSpPr/>
          <p:nvPr/>
        </p:nvSpPr>
        <p:spPr>
          <a:xfrm>
            <a:off x="3238632" y="1503151"/>
            <a:ext cx="461913" cy="466344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Oval 7">
            <a:extLst>
              <a:ext uri="{FF2B5EF4-FFF2-40B4-BE49-F238E27FC236}">
                <a16:creationId xmlns:a16="http://schemas.microsoft.com/office/drawing/2014/main" id="{A118E6E0-238D-4043-8C1E-5AA158A8596D}"/>
              </a:ext>
            </a:extLst>
          </p:cNvPr>
          <p:cNvSpPr/>
          <p:nvPr/>
        </p:nvSpPr>
        <p:spPr>
          <a:xfrm>
            <a:off x="3238631" y="2562800"/>
            <a:ext cx="461913" cy="466344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Oval 8">
            <a:extLst>
              <a:ext uri="{FF2B5EF4-FFF2-40B4-BE49-F238E27FC236}">
                <a16:creationId xmlns:a16="http://schemas.microsoft.com/office/drawing/2014/main" id="{9FB80834-A944-F84C-934B-114B360F64C9}"/>
              </a:ext>
            </a:extLst>
          </p:cNvPr>
          <p:cNvSpPr/>
          <p:nvPr/>
        </p:nvSpPr>
        <p:spPr>
          <a:xfrm>
            <a:off x="3238631" y="3622449"/>
            <a:ext cx="461913" cy="466344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Oval 9">
            <a:extLst>
              <a:ext uri="{FF2B5EF4-FFF2-40B4-BE49-F238E27FC236}">
                <a16:creationId xmlns:a16="http://schemas.microsoft.com/office/drawing/2014/main" id="{91B03406-8977-964F-AB0C-ACB0ABDD1551}"/>
              </a:ext>
            </a:extLst>
          </p:cNvPr>
          <p:cNvSpPr/>
          <p:nvPr/>
        </p:nvSpPr>
        <p:spPr>
          <a:xfrm>
            <a:off x="3238630" y="4682098"/>
            <a:ext cx="461913" cy="466344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cxnSp>
        <p:nvCxnSpPr>
          <p:cNvPr id="4" name="Straight Arrow Connector 3">
            <a:extLst>
              <a:ext uri="{FF2B5EF4-FFF2-40B4-BE49-F238E27FC236}">
                <a16:creationId xmlns:a16="http://schemas.microsoft.com/office/drawing/2014/main" id="{09B33FBE-8787-3849-9ED6-C981FC3F20E1}"/>
              </a:ext>
            </a:extLst>
          </p:cNvPr>
          <p:cNvCxnSpPr>
            <a:cxnSpLocks/>
            <a:stCxn id="5" idx="6"/>
            <a:endCxn id="7" idx="1"/>
          </p:cNvCxnSpPr>
          <p:nvPr/>
        </p:nvCxnSpPr>
        <p:spPr>
          <a:xfrm flipV="1">
            <a:off x="1597425" y="1571446"/>
            <a:ext cx="1708853" cy="758183"/>
          </a:xfrm>
          <a:prstGeom prst="straightConnector1">
            <a:avLst/>
          </a:prstGeom>
          <a:ln w="19050">
            <a:solidFill>
              <a:schemeClr val="tx1"/>
            </a:solidFill>
            <a:tailEnd type="triangle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81B4C3E6-67F2-5344-BEFA-A6164AA52DB8}"/>
              </a:ext>
            </a:extLst>
          </p:cNvPr>
          <p:cNvCxnSpPr>
            <a:cxnSpLocks/>
            <a:stCxn id="2" idx="6"/>
            <a:endCxn id="7" idx="2"/>
          </p:cNvCxnSpPr>
          <p:nvPr/>
        </p:nvCxnSpPr>
        <p:spPr>
          <a:xfrm flipV="1">
            <a:off x="1597423" y="1736324"/>
            <a:ext cx="1641208" cy="1492465"/>
          </a:xfrm>
          <a:prstGeom prst="straightConnector1">
            <a:avLst/>
          </a:prstGeom>
          <a:ln w="19050">
            <a:solidFill>
              <a:schemeClr val="tx1"/>
            </a:solidFill>
            <a:tailEnd type="triangle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A57DDCF8-5F65-BD4F-B0A5-C2F00E06C376}"/>
              </a:ext>
            </a:extLst>
          </p:cNvPr>
          <p:cNvCxnSpPr>
            <a:cxnSpLocks/>
            <a:stCxn id="6" idx="6"/>
            <a:endCxn id="7" idx="3"/>
          </p:cNvCxnSpPr>
          <p:nvPr/>
        </p:nvCxnSpPr>
        <p:spPr>
          <a:xfrm flipV="1">
            <a:off x="1597423" y="1901202"/>
            <a:ext cx="1708854" cy="2226747"/>
          </a:xfrm>
          <a:prstGeom prst="straightConnector1">
            <a:avLst/>
          </a:prstGeom>
          <a:ln w="19050">
            <a:solidFill>
              <a:schemeClr val="tx1"/>
            </a:solidFill>
            <a:tailEnd type="triangle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FDD40129-CFE3-F346-A0B6-4163B05DD9B8}"/>
              </a:ext>
            </a:extLst>
          </p:cNvPr>
          <p:cNvCxnSpPr>
            <a:cxnSpLocks/>
            <a:stCxn id="5" idx="6"/>
            <a:endCxn id="8" idx="1"/>
          </p:cNvCxnSpPr>
          <p:nvPr/>
        </p:nvCxnSpPr>
        <p:spPr>
          <a:xfrm>
            <a:off x="1597424" y="2329628"/>
            <a:ext cx="1708852" cy="301466"/>
          </a:xfrm>
          <a:prstGeom prst="straightConnector1">
            <a:avLst/>
          </a:prstGeom>
          <a:ln w="19050">
            <a:solidFill>
              <a:schemeClr val="tx1"/>
            </a:solidFill>
            <a:tailEnd type="triangle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Straight Arrow Connector 24">
            <a:extLst>
              <a:ext uri="{FF2B5EF4-FFF2-40B4-BE49-F238E27FC236}">
                <a16:creationId xmlns:a16="http://schemas.microsoft.com/office/drawing/2014/main" id="{136118AE-323E-EB46-9767-527307539C18}"/>
              </a:ext>
            </a:extLst>
          </p:cNvPr>
          <p:cNvCxnSpPr>
            <a:cxnSpLocks/>
            <a:stCxn id="2" idx="6"/>
            <a:endCxn id="8" idx="2"/>
          </p:cNvCxnSpPr>
          <p:nvPr/>
        </p:nvCxnSpPr>
        <p:spPr>
          <a:xfrm flipV="1">
            <a:off x="1597424" y="2795972"/>
            <a:ext cx="1641207" cy="432816"/>
          </a:xfrm>
          <a:prstGeom prst="straightConnector1">
            <a:avLst/>
          </a:prstGeom>
          <a:ln w="19050">
            <a:solidFill>
              <a:schemeClr val="tx1"/>
            </a:solidFill>
            <a:tailEnd type="triangle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" name="Straight Arrow Connector 27">
            <a:extLst>
              <a:ext uri="{FF2B5EF4-FFF2-40B4-BE49-F238E27FC236}">
                <a16:creationId xmlns:a16="http://schemas.microsoft.com/office/drawing/2014/main" id="{4CF5C3F1-A55A-1542-A216-52BB9D4280AA}"/>
              </a:ext>
            </a:extLst>
          </p:cNvPr>
          <p:cNvCxnSpPr>
            <a:cxnSpLocks/>
            <a:stCxn id="6" idx="6"/>
            <a:endCxn id="8" idx="3"/>
          </p:cNvCxnSpPr>
          <p:nvPr/>
        </p:nvCxnSpPr>
        <p:spPr>
          <a:xfrm flipV="1">
            <a:off x="1597424" y="2960850"/>
            <a:ext cx="1708853" cy="1167098"/>
          </a:xfrm>
          <a:prstGeom prst="straightConnector1">
            <a:avLst/>
          </a:prstGeom>
          <a:ln w="19050">
            <a:solidFill>
              <a:schemeClr val="tx1"/>
            </a:solidFill>
            <a:tailEnd type="triangle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" name="Straight Arrow Connector 30">
            <a:extLst>
              <a:ext uri="{FF2B5EF4-FFF2-40B4-BE49-F238E27FC236}">
                <a16:creationId xmlns:a16="http://schemas.microsoft.com/office/drawing/2014/main" id="{3847510C-B397-6641-829B-3D11F8ACD407}"/>
              </a:ext>
            </a:extLst>
          </p:cNvPr>
          <p:cNvCxnSpPr>
            <a:cxnSpLocks/>
            <a:stCxn id="5" idx="6"/>
            <a:endCxn id="9" idx="1"/>
          </p:cNvCxnSpPr>
          <p:nvPr/>
        </p:nvCxnSpPr>
        <p:spPr>
          <a:xfrm>
            <a:off x="1597424" y="2329629"/>
            <a:ext cx="1708852" cy="1361115"/>
          </a:xfrm>
          <a:prstGeom prst="straightConnector1">
            <a:avLst/>
          </a:prstGeom>
          <a:ln w="19050">
            <a:solidFill>
              <a:schemeClr val="tx1"/>
            </a:solidFill>
            <a:tailEnd type="triangle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" name="Straight Arrow Connector 33">
            <a:extLst>
              <a:ext uri="{FF2B5EF4-FFF2-40B4-BE49-F238E27FC236}">
                <a16:creationId xmlns:a16="http://schemas.microsoft.com/office/drawing/2014/main" id="{F4362EB4-0653-6B4E-9EFB-A10932C99F5F}"/>
              </a:ext>
            </a:extLst>
          </p:cNvPr>
          <p:cNvCxnSpPr>
            <a:cxnSpLocks/>
            <a:stCxn id="5" idx="6"/>
            <a:endCxn id="10" idx="1"/>
          </p:cNvCxnSpPr>
          <p:nvPr/>
        </p:nvCxnSpPr>
        <p:spPr>
          <a:xfrm>
            <a:off x="1597425" y="2329628"/>
            <a:ext cx="1708851" cy="2420764"/>
          </a:xfrm>
          <a:prstGeom prst="straightConnector1">
            <a:avLst/>
          </a:prstGeom>
          <a:ln w="19050">
            <a:solidFill>
              <a:schemeClr val="tx1"/>
            </a:solidFill>
            <a:tailEnd type="triangle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Straight Arrow Connector 36">
            <a:extLst>
              <a:ext uri="{FF2B5EF4-FFF2-40B4-BE49-F238E27FC236}">
                <a16:creationId xmlns:a16="http://schemas.microsoft.com/office/drawing/2014/main" id="{FC50E059-7247-5D40-A37A-AD85738D2BAE}"/>
              </a:ext>
            </a:extLst>
          </p:cNvPr>
          <p:cNvCxnSpPr>
            <a:cxnSpLocks/>
            <a:stCxn id="2" idx="6"/>
            <a:endCxn id="9" idx="2"/>
          </p:cNvCxnSpPr>
          <p:nvPr/>
        </p:nvCxnSpPr>
        <p:spPr>
          <a:xfrm>
            <a:off x="1597424" y="3228789"/>
            <a:ext cx="1641207" cy="626833"/>
          </a:xfrm>
          <a:prstGeom prst="straightConnector1">
            <a:avLst/>
          </a:prstGeom>
          <a:ln w="19050">
            <a:solidFill>
              <a:schemeClr val="tx1"/>
            </a:solidFill>
            <a:tailEnd type="triangle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9" name="Straight Arrow Connector 38">
            <a:extLst>
              <a:ext uri="{FF2B5EF4-FFF2-40B4-BE49-F238E27FC236}">
                <a16:creationId xmlns:a16="http://schemas.microsoft.com/office/drawing/2014/main" id="{6022BEA3-A22E-244D-9E10-75A24BAF40CA}"/>
              </a:ext>
            </a:extLst>
          </p:cNvPr>
          <p:cNvCxnSpPr>
            <a:cxnSpLocks/>
            <a:stCxn id="6" idx="6"/>
            <a:endCxn id="10" idx="3"/>
          </p:cNvCxnSpPr>
          <p:nvPr/>
        </p:nvCxnSpPr>
        <p:spPr>
          <a:xfrm>
            <a:off x="1597423" y="4127948"/>
            <a:ext cx="1708852" cy="952200"/>
          </a:xfrm>
          <a:prstGeom prst="straightConnector1">
            <a:avLst/>
          </a:prstGeom>
          <a:ln w="19050">
            <a:solidFill>
              <a:schemeClr val="tx1"/>
            </a:solidFill>
            <a:tailEnd type="triangle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2" name="Straight Arrow Connector 41">
            <a:extLst>
              <a:ext uri="{FF2B5EF4-FFF2-40B4-BE49-F238E27FC236}">
                <a16:creationId xmlns:a16="http://schemas.microsoft.com/office/drawing/2014/main" id="{7D2631E7-4FD2-0C4F-8A79-28C8F0C6CA6E}"/>
              </a:ext>
            </a:extLst>
          </p:cNvPr>
          <p:cNvCxnSpPr>
            <a:cxnSpLocks/>
            <a:stCxn id="6" idx="6"/>
            <a:endCxn id="9" idx="3"/>
          </p:cNvCxnSpPr>
          <p:nvPr/>
        </p:nvCxnSpPr>
        <p:spPr>
          <a:xfrm flipV="1">
            <a:off x="1597424" y="4020500"/>
            <a:ext cx="1708853" cy="107449"/>
          </a:xfrm>
          <a:prstGeom prst="straightConnector1">
            <a:avLst/>
          </a:prstGeom>
          <a:ln w="19050">
            <a:solidFill>
              <a:schemeClr val="tx1"/>
            </a:solidFill>
            <a:tailEnd type="triangle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" name="Straight Arrow Connector 44">
            <a:extLst>
              <a:ext uri="{FF2B5EF4-FFF2-40B4-BE49-F238E27FC236}">
                <a16:creationId xmlns:a16="http://schemas.microsoft.com/office/drawing/2014/main" id="{D49D91C7-92E1-344E-AC39-257065B86A86}"/>
              </a:ext>
            </a:extLst>
          </p:cNvPr>
          <p:cNvCxnSpPr>
            <a:cxnSpLocks/>
            <a:stCxn id="2" idx="6"/>
            <a:endCxn id="10" idx="2"/>
          </p:cNvCxnSpPr>
          <p:nvPr/>
        </p:nvCxnSpPr>
        <p:spPr>
          <a:xfrm>
            <a:off x="1597423" y="3228788"/>
            <a:ext cx="1641206" cy="1686482"/>
          </a:xfrm>
          <a:prstGeom prst="straightConnector1">
            <a:avLst/>
          </a:prstGeom>
          <a:ln w="19050">
            <a:solidFill>
              <a:schemeClr val="tx1"/>
            </a:solidFill>
            <a:tailEnd type="triangle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6" name="TextBox 45">
            <a:extLst>
              <a:ext uri="{FF2B5EF4-FFF2-40B4-BE49-F238E27FC236}">
                <a16:creationId xmlns:a16="http://schemas.microsoft.com/office/drawing/2014/main" id="{68B25F05-E73A-E548-893B-3C6220332907}"/>
              </a:ext>
            </a:extLst>
          </p:cNvPr>
          <p:cNvSpPr txBox="1"/>
          <p:nvPr/>
        </p:nvSpPr>
        <p:spPr>
          <a:xfrm>
            <a:off x="2092524" y="1592596"/>
            <a:ext cx="74168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solidFill>
                  <a:srgbClr val="FF0000"/>
                </a:solidFill>
              </a:rPr>
              <a:t>w</a:t>
            </a:r>
            <a:r>
              <a:rPr lang="en-US" baseline="-25000" dirty="0">
                <a:solidFill>
                  <a:srgbClr val="FF0000"/>
                </a:solidFill>
              </a:rPr>
              <a:t>1,1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6BCB75EF-92E7-BF4C-AF1C-E0C3054D71C9}"/>
              </a:ext>
            </a:extLst>
          </p:cNvPr>
          <p:cNvSpPr txBox="1"/>
          <p:nvPr/>
        </p:nvSpPr>
        <p:spPr>
          <a:xfrm>
            <a:off x="2162876" y="1970723"/>
            <a:ext cx="74168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solidFill>
                  <a:srgbClr val="FF0000"/>
                </a:solidFill>
              </a:rPr>
              <a:t>w</a:t>
            </a:r>
            <a:r>
              <a:rPr lang="en-US" baseline="-25000" dirty="0">
                <a:solidFill>
                  <a:srgbClr val="FF0000"/>
                </a:solidFill>
              </a:rPr>
              <a:t>2,1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9E0662DC-DEF2-6249-A458-4468007ED948}"/>
              </a:ext>
            </a:extLst>
          </p:cNvPr>
          <p:cNvSpPr txBox="1"/>
          <p:nvPr/>
        </p:nvSpPr>
        <p:spPr>
          <a:xfrm>
            <a:off x="2808403" y="2204810"/>
            <a:ext cx="74168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solidFill>
                  <a:srgbClr val="FF0000"/>
                </a:solidFill>
              </a:rPr>
              <a:t>w</a:t>
            </a:r>
            <a:r>
              <a:rPr lang="en-US" baseline="-25000" dirty="0">
                <a:solidFill>
                  <a:srgbClr val="FF0000"/>
                </a:solidFill>
              </a:rPr>
              <a:t>3,1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D02E6001-1D12-4C47-AD5F-0A115D34888E}"/>
              </a:ext>
            </a:extLst>
          </p:cNvPr>
          <p:cNvSpPr txBox="1"/>
          <p:nvPr/>
        </p:nvSpPr>
        <p:spPr>
          <a:xfrm>
            <a:off x="2802520" y="4099790"/>
            <a:ext cx="74168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solidFill>
                  <a:srgbClr val="0070C0"/>
                </a:solidFill>
              </a:rPr>
              <a:t>w</a:t>
            </a:r>
            <a:r>
              <a:rPr lang="en-US" baseline="-25000" dirty="0">
                <a:solidFill>
                  <a:srgbClr val="0070C0"/>
                </a:solidFill>
              </a:rPr>
              <a:t>1,4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92999752-9669-8148-AC76-DBA7C975FDB7}"/>
              </a:ext>
            </a:extLst>
          </p:cNvPr>
          <p:cNvSpPr txBox="1"/>
          <p:nvPr/>
        </p:nvSpPr>
        <p:spPr>
          <a:xfrm>
            <a:off x="2132396" y="4191227"/>
            <a:ext cx="74168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solidFill>
                  <a:srgbClr val="0070C0"/>
                </a:solidFill>
              </a:rPr>
              <a:t>w</a:t>
            </a:r>
            <a:r>
              <a:rPr lang="en-US" baseline="-25000" dirty="0">
                <a:solidFill>
                  <a:srgbClr val="0070C0"/>
                </a:solidFill>
              </a:rPr>
              <a:t>2,4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922A614D-1BFB-B345-9B7D-C5C8CA0D47E9}"/>
              </a:ext>
            </a:extLst>
          </p:cNvPr>
          <p:cNvSpPr txBox="1"/>
          <p:nvPr/>
        </p:nvSpPr>
        <p:spPr>
          <a:xfrm>
            <a:off x="2086676" y="4586673"/>
            <a:ext cx="74168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solidFill>
                  <a:srgbClr val="0070C0"/>
                </a:solidFill>
              </a:rPr>
              <a:t>w</a:t>
            </a:r>
            <a:r>
              <a:rPr lang="en-US" baseline="-25000" dirty="0">
                <a:solidFill>
                  <a:srgbClr val="0070C0"/>
                </a:solidFill>
              </a:rPr>
              <a:t>3,4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4CB7C6E0-FEF1-6249-8B52-245FDD2296CC}"/>
              </a:ext>
            </a:extLst>
          </p:cNvPr>
          <p:cNvSpPr txBox="1"/>
          <p:nvPr/>
        </p:nvSpPr>
        <p:spPr>
          <a:xfrm>
            <a:off x="1404729" y="5027108"/>
            <a:ext cx="1901546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>
                <a:solidFill>
                  <a:srgbClr val="FF0000"/>
                </a:solidFill>
              </a:rPr>
              <a:t>w</a:t>
            </a:r>
            <a:r>
              <a:rPr lang="en-US" sz="1600" baseline="-25000" dirty="0">
                <a:solidFill>
                  <a:srgbClr val="FF0000"/>
                </a:solidFill>
              </a:rPr>
              <a:t>1,1</a:t>
            </a:r>
            <a:r>
              <a:rPr lang="en-US" sz="1600" dirty="0"/>
              <a:t>  w</a:t>
            </a:r>
            <a:r>
              <a:rPr lang="en-US" sz="1600" baseline="-25000" dirty="0"/>
              <a:t>1,2</a:t>
            </a:r>
            <a:r>
              <a:rPr lang="en-US" sz="1600" dirty="0"/>
              <a:t>  w</a:t>
            </a:r>
            <a:r>
              <a:rPr lang="en-US" sz="1600" baseline="-25000" dirty="0"/>
              <a:t>1,3</a:t>
            </a:r>
            <a:r>
              <a:rPr lang="en-US" sz="1600" dirty="0"/>
              <a:t>  </a:t>
            </a:r>
            <a:r>
              <a:rPr lang="en-US" sz="1600" dirty="0">
                <a:solidFill>
                  <a:srgbClr val="0070C0"/>
                </a:solidFill>
              </a:rPr>
              <a:t>w</a:t>
            </a:r>
            <a:r>
              <a:rPr lang="en-US" sz="1600" baseline="-25000" dirty="0">
                <a:solidFill>
                  <a:srgbClr val="0070C0"/>
                </a:solidFill>
              </a:rPr>
              <a:t>1,4</a:t>
            </a:r>
          </a:p>
          <a:p>
            <a:r>
              <a:rPr lang="en-US" sz="1600" dirty="0">
                <a:solidFill>
                  <a:srgbClr val="FF0000"/>
                </a:solidFill>
              </a:rPr>
              <a:t>w</a:t>
            </a:r>
            <a:r>
              <a:rPr lang="en-US" sz="1600" baseline="-25000" dirty="0">
                <a:solidFill>
                  <a:srgbClr val="FF0000"/>
                </a:solidFill>
              </a:rPr>
              <a:t>2,1</a:t>
            </a:r>
            <a:r>
              <a:rPr lang="en-US" sz="1600" dirty="0"/>
              <a:t>  w</a:t>
            </a:r>
            <a:r>
              <a:rPr lang="en-US" sz="1600" baseline="-25000" dirty="0"/>
              <a:t>2,2</a:t>
            </a:r>
            <a:r>
              <a:rPr lang="en-US" sz="1600" dirty="0"/>
              <a:t>  w</a:t>
            </a:r>
            <a:r>
              <a:rPr lang="en-US" sz="1600" baseline="-25000" dirty="0"/>
              <a:t>2,3</a:t>
            </a:r>
            <a:r>
              <a:rPr lang="en-US" sz="1600" dirty="0"/>
              <a:t>  </a:t>
            </a:r>
            <a:r>
              <a:rPr lang="en-US" sz="1600" dirty="0">
                <a:solidFill>
                  <a:srgbClr val="0070C0"/>
                </a:solidFill>
              </a:rPr>
              <a:t>w</a:t>
            </a:r>
            <a:r>
              <a:rPr lang="en-US" sz="1600" baseline="-25000" dirty="0">
                <a:solidFill>
                  <a:srgbClr val="0070C0"/>
                </a:solidFill>
              </a:rPr>
              <a:t>2,4</a:t>
            </a:r>
          </a:p>
          <a:p>
            <a:r>
              <a:rPr lang="en-US" sz="1600" dirty="0">
                <a:solidFill>
                  <a:srgbClr val="FF0000"/>
                </a:solidFill>
              </a:rPr>
              <a:t>w</a:t>
            </a:r>
            <a:r>
              <a:rPr lang="en-US" sz="1600" baseline="-25000" dirty="0">
                <a:solidFill>
                  <a:srgbClr val="FF0000"/>
                </a:solidFill>
              </a:rPr>
              <a:t>3,1</a:t>
            </a:r>
            <a:r>
              <a:rPr lang="en-US" sz="1600" dirty="0"/>
              <a:t>  w</a:t>
            </a:r>
            <a:r>
              <a:rPr lang="en-US" sz="1600" baseline="-25000" dirty="0"/>
              <a:t>3,2</a:t>
            </a:r>
            <a:r>
              <a:rPr lang="en-US" sz="1600" dirty="0"/>
              <a:t>  w</a:t>
            </a:r>
            <a:r>
              <a:rPr lang="en-US" sz="1600" baseline="-25000" dirty="0"/>
              <a:t>3,3</a:t>
            </a:r>
            <a:r>
              <a:rPr lang="en-US" sz="1600" dirty="0"/>
              <a:t>  </a:t>
            </a:r>
            <a:r>
              <a:rPr lang="en-US" sz="1600" dirty="0">
                <a:solidFill>
                  <a:srgbClr val="0070C0"/>
                </a:solidFill>
              </a:rPr>
              <a:t>w</a:t>
            </a:r>
            <a:r>
              <a:rPr lang="en-US" sz="1600" baseline="-25000" dirty="0">
                <a:solidFill>
                  <a:srgbClr val="0070C0"/>
                </a:solidFill>
              </a:rPr>
              <a:t>3,4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39E8D781-BD0C-7E4B-8E78-6F64B2527A68}"/>
              </a:ext>
            </a:extLst>
          </p:cNvPr>
          <p:cNvSpPr txBox="1"/>
          <p:nvPr/>
        </p:nvSpPr>
        <p:spPr>
          <a:xfrm>
            <a:off x="845929" y="5309038"/>
            <a:ext cx="60960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W</a:t>
            </a:r>
            <a:r>
              <a:rPr lang="en-US" baseline="-25000" dirty="0"/>
              <a:t>0  </a:t>
            </a:r>
            <a:r>
              <a:rPr lang="en-US" dirty="0"/>
              <a:t>=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6" name="TextBox 55">
                <a:extLst>
                  <a:ext uri="{FF2B5EF4-FFF2-40B4-BE49-F238E27FC236}">
                    <a16:creationId xmlns:a16="http://schemas.microsoft.com/office/drawing/2014/main" id="{A5B815E7-90FF-2C40-8C06-E65C875C95C1}"/>
                  </a:ext>
                </a:extLst>
              </p:cNvPr>
              <p:cNvSpPr txBox="1"/>
              <p:nvPr/>
            </p:nvSpPr>
            <p:spPr>
              <a:xfrm>
                <a:off x="3273792" y="1535570"/>
                <a:ext cx="396262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l-GR" sz="20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Σ</m:t>
                      </m:r>
                    </m:oMath>
                  </m:oMathPara>
                </a14:m>
                <a:endParaRPr lang="en-US" sz="2000" dirty="0"/>
              </a:p>
            </p:txBody>
          </p:sp>
        </mc:Choice>
        <mc:Fallback xmlns="">
          <p:sp>
            <p:nvSpPr>
              <p:cNvPr id="56" name="TextBox 55">
                <a:extLst>
                  <a:ext uri="{FF2B5EF4-FFF2-40B4-BE49-F238E27FC236}">
                    <a16:creationId xmlns:a16="http://schemas.microsoft.com/office/drawing/2014/main" id="{A5B815E7-90FF-2C40-8C06-E65C875C95C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273792" y="1535570"/>
                <a:ext cx="396262" cy="400110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ro-RO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9" name="TextBox 58">
                <a:extLst>
                  <a:ext uri="{FF2B5EF4-FFF2-40B4-BE49-F238E27FC236}">
                    <a16:creationId xmlns:a16="http://schemas.microsoft.com/office/drawing/2014/main" id="{E5FC8B3B-EC0D-C84E-B573-EBB44C9FE6E2}"/>
                  </a:ext>
                </a:extLst>
              </p:cNvPr>
              <p:cNvSpPr txBox="1"/>
              <p:nvPr/>
            </p:nvSpPr>
            <p:spPr>
              <a:xfrm>
                <a:off x="3273792" y="2602756"/>
                <a:ext cx="396262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l-GR" sz="20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Σ</m:t>
                      </m:r>
                    </m:oMath>
                  </m:oMathPara>
                </a14:m>
                <a:endParaRPr lang="en-US" sz="2000" dirty="0"/>
              </a:p>
            </p:txBody>
          </p:sp>
        </mc:Choice>
        <mc:Fallback xmlns="">
          <p:sp>
            <p:nvSpPr>
              <p:cNvPr id="59" name="TextBox 58">
                <a:extLst>
                  <a:ext uri="{FF2B5EF4-FFF2-40B4-BE49-F238E27FC236}">
                    <a16:creationId xmlns:a16="http://schemas.microsoft.com/office/drawing/2014/main" id="{E5FC8B3B-EC0D-C84E-B573-EBB44C9FE6E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273792" y="2602756"/>
                <a:ext cx="396262" cy="400110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ro-RO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0" name="TextBox 59">
                <a:extLst>
                  <a:ext uri="{FF2B5EF4-FFF2-40B4-BE49-F238E27FC236}">
                    <a16:creationId xmlns:a16="http://schemas.microsoft.com/office/drawing/2014/main" id="{E2D70FD7-1081-5748-AE3F-6223F19FAB1C}"/>
                  </a:ext>
                </a:extLst>
              </p:cNvPr>
              <p:cNvSpPr txBox="1"/>
              <p:nvPr/>
            </p:nvSpPr>
            <p:spPr>
              <a:xfrm>
                <a:off x="3273792" y="3659042"/>
                <a:ext cx="396262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l-GR" sz="20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Σ</m:t>
                      </m:r>
                    </m:oMath>
                  </m:oMathPara>
                </a14:m>
                <a:endParaRPr lang="en-US" sz="2000" dirty="0"/>
              </a:p>
            </p:txBody>
          </p:sp>
        </mc:Choice>
        <mc:Fallback xmlns="">
          <p:sp>
            <p:nvSpPr>
              <p:cNvPr id="60" name="TextBox 59">
                <a:extLst>
                  <a:ext uri="{FF2B5EF4-FFF2-40B4-BE49-F238E27FC236}">
                    <a16:creationId xmlns:a16="http://schemas.microsoft.com/office/drawing/2014/main" id="{E2D70FD7-1081-5748-AE3F-6223F19FAB1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273792" y="3659042"/>
                <a:ext cx="396262" cy="400110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ro-RO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1" name="TextBox 60">
                <a:extLst>
                  <a:ext uri="{FF2B5EF4-FFF2-40B4-BE49-F238E27FC236}">
                    <a16:creationId xmlns:a16="http://schemas.microsoft.com/office/drawing/2014/main" id="{B559F4F1-4942-8042-B96B-F6F60C7715C9}"/>
                  </a:ext>
                </a:extLst>
              </p:cNvPr>
              <p:cNvSpPr txBox="1"/>
              <p:nvPr/>
            </p:nvSpPr>
            <p:spPr>
              <a:xfrm>
                <a:off x="3273792" y="4714185"/>
                <a:ext cx="396262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l-GR" sz="20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Σ</m:t>
                      </m:r>
                    </m:oMath>
                  </m:oMathPara>
                </a14:m>
                <a:endParaRPr lang="en-US" sz="2000" dirty="0"/>
              </a:p>
            </p:txBody>
          </p:sp>
        </mc:Choice>
        <mc:Fallback xmlns="">
          <p:sp>
            <p:nvSpPr>
              <p:cNvPr id="61" name="TextBox 60">
                <a:extLst>
                  <a:ext uri="{FF2B5EF4-FFF2-40B4-BE49-F238E27FC236}">
                    <a16:creationId xmlns:a16="http://schemas.microsoft.com/office/drawing/2014/main" id="{B559F4F1-4942-8042-B96B-F6F60C7715C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273792" y="4714185"/>
                <a:ext cx="396262" cy="400110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ro-RO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62" name="Straight Arrow Connector 61">
            <a:extLst>
              <a:ext uri="{FF2B5EF4-FFF2-40B4-BE49-F238E27FC236}">
                <a16:creationId xmlns:a16="http://schemas.microsoft.com/office/drawing/2014/main" id="{CD6ADFED-91E1-264D-B5A1-C39BBE7AE077}"/>
              </a:ext>
            </a:extLst>
          </p:cNvPr>
          <p:cNvCxnSpPr>
            <a:cxnSpLocks/>
            <a:endCxn id="7" idx="4"/>
          </p:cNvCxnSpPr>
          <p:nvPr/>
        </p:nvCxnSpPr>
        <p:spPr>
          <a:xfrm flipV="1">
            <a:off x="3469586" y="1969495"/>
            <a:ext cx="3" cy="303608"/>
          </a:xfrm>
          <a:prstGeom prst="straightConnector1">
            <a:avLst/>
          </a:prstGeom>
          <a:ln w="19050">
            <a:solidFill>
              <a:schemeClr val="tx1"/>
            </a:solidFill>
            <a:tailEnd type="triangle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16" name="TextBox 1215">
            <a:extLst>
              <a:ext uri="{FF2B5EF4-FFF2-40B4-BE49-F238E27FC236}">
                <a16:creationId xmlns:a16="http://schemas.microsoft.com/office/drawing/2014/main" id="{AE54D246-D03D-3A41-9281-EE50A31E0BF1}"/>
              </a:ext>
            </a:extLst>
          </p:cNvPr>
          <p:cNvSpPr txBox="1"/>
          <p:nvPr/>
        </p:nvSpPr>
        <p:spPr>
          <a:xfrm>
            <a:off x="3340850" y="2219539"/>
            <a:ext cx="588623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b</a:t>
            </a:r>
            <a:r>
              <a:rPr lang="en-US" baseline="-25000" dirty="0"/>
              <a:t>1,1</a:t>
            </a:r>
            <a:r>
              <a:rPr lang="en-US" dirty="0"/>
              <a:t>=0</a:t>
            </a:r>
            <a:endParaRPr lang="en-US" baseline="-25000" dirty="0"/>
          </a:p>
        </p:txBody>
      </p:sp>
      <p:cxnSp>
        <p:nvCxnSpPr>
          <p:cNvPr id="67" name="Straight Arrow Connector 66">
            <a:extLst>
              <a:ext uri="{FF2B5EF4-FFF2-40B4-BE49-F238E27FC236}">
                <a16:creationId xmlns:a16="http://schemas.microsoft.com/office/drawing/2014/main" id="{6182A986-F31F-7B40-9C70-C7EC291A98FD}"/>
              </a:ext>
            </a:extLst>
          </p:cNvPr>
          <p:cNvCxnSpPr>
            <a:cxnSpLocks/>
          </p:cNvCxnSpPr>
          <p:nvPr/>
        </p:nvCxnSpPr>
        <p:spPr>
          <a:xfrm flipV="1">
            <a:off x="3469586" y="3046455"/>
            <a:ext cx="3" cy="303608"/>
          </a:xfrm>
          <a:prstGeom prst="straightConnector1">
            <a:avLst/>
          </a:prstGeom>
          <a:ln w="19050">
            <a:solidFill>
              <a:schemeClr val="tx1"/>
            </a:solidFill>
            <a:tailEnd type="triangle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8" name="TextBox 67">
            <a:extLst>
              <a:ext uri="{FF2B5EF4-FFF2-40B4-BE49-F238E27FC236}">
                <a16:creationId xmlns:a16="http://schemas.microsoft.com/office/drawing/2014/main" id="{1082FDAD-9A24-1342-BF76-92FF8FB11676}"/>
              </a:ext>
            </a:extLst>
          </p:cNvPr>
          <p:cNvSpPr txBox="1"/>
          <p:nvPr/>
        </p:nvSpPr>
        <p:spPr>
          <a:xfrm>
            <a:off x="3307187" y="3296499"/>
            <a:ext cx="655949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b</a:t>
            </a:r>
            <a:r>
              <a:rPr lang="en-US" baseline="-25000" dirty="0"/>
              <a:t>1,1</a:t>
            </a:r>
            <a:r>
              <a:rPr lang="en-US" dirty="0"/>
              <a:t>=0</a:t>
            </a:r>
            <a:endParaRPr lang="en-US" baseline="-25000" dirty="0"/>
          </a:p>
        </p:txBody>
      </p:sp>
      <p:cxnSp>
        <p:nvCxnSpPr>
          <p:cNvPr id="70" name="Straight Arrow Connector 69">
            <a:extLst>
              <a:ext uri="{FF2B5EF4-FFF2-40B4-BE49-F238E27FC236}">
                <a16:creationId xmlns:a16="http://schemas.microsoft.com/office/drawing/2014/main" id="{B551F291-B944-8543-886D-4167700A2217}"/>
              </a:ext>
            </a:extLst>
          </p:cNvPr>
          <p:cNvCxnSpPr>
            <a:cxnSpLocks/>
          </p:cNvCxnSpPr>
          <p:nvPr/>
        </p:nvCxnSpPr>
        <p:spPr>
          <a:xfrm flipV="1">
            <a:off x="3469586" y="4103095"/>
            <a:ext cx="3" cy="303608"/>
          </a:xfrm>
          <a:prstGeom prst="straightConnector1">
            <a:avLst/>
          </a:prstGeom>
          <a:ln w="19050">
            <a:solidFill>
              <a:schemeClr val="tx1"/>
            </a:solidFill>
            <a:tailEnd type="triangle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1" name="TextBox 70">
            <a:extLst>
              <a:ext uri="{FF2B5EF4-FFF2-40B4-BE49-F238E27FC236}">
                <a16:creationId xmlns:a16="http://schemas.microsoft.com/office/drawing/2014/main" id="{6B54B8C3-A614-E848-9F9D-16BE0FDB4E81}"/>
              </a:ext>
            </a:extLst>
          </p:cNvPr>
          <p:cNvSpPr txBox="1"/>
          <p:nvPr/>
        </p:nvSpPr>
        <p:spPr>
          <a:xfrm>
            <a:off x="3307187" y="4353139"/>
            <a:ext cx="655949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b</a:t>
            </a:r>
            <a:r>
              <a:rPr lang="en-US" baseline="-25000" dirty="0"/>
              <a:t>1,1</a:t>
            </a:r>
            <a:r>
              <a:rPr lang="en-US" dirty="0"/>
              <a:t>=0</a:t>
            </a:r>
            <a:endParaRPr lang="en-US" baseline="-25000" dirty="0"/>
          </a:p>
        </p:txBody>
      </p:sp>
      <p:cxnSp>
        <p:nvCxnSpPr>
          <p:cNvPr id="72" name="Straight Arrow Connector 71">
            <a:extLst>
              <a:ext uri="{FF2B5EF4-FFF2-40B4-BE49-F238E27FC236}">
                <a16:creationId xmlns:a16="http://schemas.microsoft.com/office/drawing/2014/main" id="{57D046D1-B9CB-D646-B02F-14EEABBC998F}"/>
              </a:ext>
            </a:extLst>
          </p:cNvPr>
          <p:cNvCxnSpPr>
            <a:cxnSpLocks/>
          </p:cNvCxnSpPr>
          <p:nvPr/>
        </p:nvCxnSpPr>
        <p:spPr>
          <a:xfrm flipV="1">
            <a:off x="3469586" y="5159735"/>
            <a:ext cx="3" cy="303608"/>
          </a:xfrm>
          <a:prstGeom prst="straightConnector1">
            <a:avLst/>
          </a:prstGeom>
          <a:ln w="19050">
            <a:solidFill>
              <a:schemeClr val="tx1"/>
            </a:solidFill>
            <a:tailEnd type="triangle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3" name="TextBox 72">
            <a:extLst>
              <a:ext uri="{FF2B5EF4-FFF2-40B4-BE49-F238E27FC236}">
                <a16:creationId xmlns:a16="http://schemas.microsoft.com/office/drawing/2014/main" id="{DB67886B-FE85-8E49-B7CA-D9B62359B824}"/>
              </a:ext>
            </a:extLst>
          </p:cNvPr>
          <p:cNvSpPr txBox="1"/>
          <p:nvPr/>
        </p:nvSpPr>
        <p:spPr>
          <a:xfrm>
            <a:off x="3307187" y="5409779"/>
            <a:ext cx="655949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b</a:t>
            </a:r>
            <a:r>
              <a:rPr lang="en-US" baseline="-25000" dirty="0"/>
              <a:t>1,1</a:t>
            </a:r>
            <a:r>
              <a:rPr lang="en-US" dirty="0"/>
              <a:t>=0</a:t>
            </a:r>
            <a:endParaRPr lang="en-US" baseline="-25000" dirty="0"/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A9DBBC08-07D5-ED46-ABF8-1339D14F10BA}"/>
              </a:ext>
            </a:extLst>
          </p:cNvPr>
          <p:cNvSpPr txBox="1"/>
          <p:nvPr/>
        </p:nvSpPr>
        <p:spPr>
          <a:xfrm>
            <a:off x="1134600" y="2121299"/>
            <a:ext cx="4619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800" dirty="0"/>
              <a:t>x</a:t>
            </a:r>
            <a:r>
              <a:rPr lang="en-US" sz="1800" baseline="-25000" dirty="0"/>
              <a:t>i,1</a:t>
            </a:r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6B56BCD7-C3DB-4A43-80BB-9E9E8A53B07D}"/>
              </a:ext>
            </a:extLst>
          </p:cNvPr>
          <p:cNvSpPr txBox="1"/>
          <p:nvPr/>
        </p:nvSpPr>
        <p:spPr>
          <a:xfrm>
            <a:off x="1130384" y="3013798"/>
            <a:ext cx="4619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800" dirty="0"/>
              <a:t>x</a:t>
            </a:r>
            <a:r>
              <a:rPr lang="en-US" sz="1800" baseline="-25000" dirty="0"/>
              <a:t>i,2</a:t>
            </a:r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F4D55424-ED96-7D45-ADF4-5935E96E9363}"/>
              </a:ext>
            </a:extLst>
          </p:cNvPr>
          <p:cNvSpPr txBox="1"/>
          <p:nvPr/>
        </p:nvSpPr>
        <p:spPr>
          <a:xfrm>
            <a:off x="1132634" y="3920308"/>
            <a:ext cx="4619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800" dirty="0"/>
              <a:t>x</a:t>
            </a:r>
            <a:r>
              <a:rPr lang="en-US" sz="1800" baseline="-25000" dirty="0"/>
              <a:t>i,3</a:t>
            </a:r>
          </a:p>
        </p:txBody>
      </p:sp>
      <p:sp>
        <p:nvSpPr>
          <p:cNvPr id="77" name="Oval 76">
            <a:extLst>
              <a:ext uri="{FF2B5EF4-FFF2-40B4-BE49-F238E27FC236}">
                <a16:creationId xmlns:a16="http://schemas.microsoft.com/office/drawing/2014/main" id="{F20BCD4D-8D13-2049-B848-4D1CB5DA8AC3}"/>
              </a:ext>
            </a:extLst>
          </p:cNvPr>
          <p:cNvSpPr/>
          <p:nvPr/>
        </p:nvSpPr>
        <p:spPr>
          <a:xfrm>
            <a:off x="4412731" y="1503151"/>
            <a:ext cx="461913" cy="466344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78" name="Straight Arrow Connector 77">
            <a:extLst>
              <a:ext uri="{FF2B5EF4-FFF2-40B4-BE49-F238E27FC236}">
                <a16:creationId xmlns:a16="http://schemas.microsoft.com/office/drawing/2014/main" id="{FD1DDE21-9DE6-1A48-AD11-481102D84A60}"/>
              </a:ext>
            </a:extLst>
          </p:cNvPr>
          <p:cNvCxnSpPr>
            <a:cxnSpLocks/>
            <a:stCxn id="7" idx="6"/>
            <a:endCxn id="77" idx="2"/>
          </p:cNvCxnSpPr>
          <p:nvPr/>
        </p:nvCxnSpPr>
        <p:spPr>
          <a:xfrm>
            <a:off x="3700544" y="1736323"/>
            <a:ext cx="712186" cy="0"/>
          </a:xfrm>
          <a:prstGeom prst="straightConnector1">
            <a:avLst/>
          </a:prstGeom>
          <a:ln w="19050">
            <a:solidFill>
              <a:schemeClr val="tx1"/>
            </a:solidFill>
            <a:tailEnd type="triangle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27" name="Freeform 1226">
            <a:extLst>
              <a:ext uri="{FF2B5EF4-FFF2-40B4-BE49-F238E27FC236}">
                <a16:creationId xmlns:a16="http://schemas.microsoft.com/office/drawing/2014/main" id="{74338CB3-0C84-754A-B103-A9CC5A8E20E1}"/>
              </a:ext>
            </a:extLst>
          </p:cNvPr>
          <p:cNvSpPr/>
          <p:nvPr/>
        </p:nvSpPr>
        <p:spPr>
          <a:xfrm>
            <a:off x="4468218" y="1599711"/>
            <a:ext cx="310896" cy="237744"/>
          </a:xfrm>
          <a:custGeom>
            <a:avLst/>
            <a:gdLst>
              <a:gd name="connsiteX0" fmla="*/ 0 w 2062480"/>
              <a:gd name="connsiteY0" fmla="*/ 619760 h 619760"/>
              <a:gd name="connsiteX1" fmla="*/ 883920 w 2062480"/>
              <a:gd name="connsiteY1" fmla="*/ 528320 h 619760"/>
              <a:gd name="connsiteX2" fmla="*/ 1320800 w 2062480"/>
              <a:gd name="connsiteY2" fmla="*/ 91440 h 619760"/>
              <a:gd name="connsiteX3" fmla="*/ 2062480 w 2062480"/>
              <a:gd name="connsiteY3" fmla="*/ 0 h 61976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062480" h="619760">
                <a:moveTo>
                  <a:pt x="0" y="619760"/>
                </a:moveTo>
                <a:cubicBezTo>
                  <a:pt x="331893" y="618066"/>
                  <a:pt x="663787" y="616373"/>
                  <a:pt x="883920" y="528320"/>
                </a:cubicBezTo>
                <a:cubicBezTo>
                  <a:pt x="1104053" y="440267"/>
                  <a:pt x="1124373" y="179493"/>
                  <a:pt x="1320800" y="91440"/>
                </a:cubicBezTo>
                <a:cubicBezTo>
                  <a:pt x="1517227" y="3387"/>
                  <a:pt x="1789853" y="1693"/>
                  <a:pt x="2062480" y="0"/>
                </a:cubicBezTo>
              </a:path>
            </a:pathLst>
          </a:custGeom>
          <a:noFill/>
          <a:ln>
            <a:solidFill>
              <a:srgbClr val="8B00BC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2">
                  <a:lumMod val="25000"/>
                </a:schemeClr>
              </a:solidFill>
            </a:endParaRPr>
          </a:p>
        </p:txBody>
      </p:sp>
      <p:sp>
        <p:nvSpPr>
          <p:cNvPr id="87" name="Oval 86">
            <a:extLst>
              <a:ext uri="{FF2B5EF4-FFF2-40B4-BE49-F238E27FC236}">
                <a16:creationId xmlns:a16="http://schemas.microsoft.com/office/drawing/2014/main" id="{C0FFF413-7690-C94E-B960-E44728A6FD20}"/>
              </a:ext>
            </a:extLst>
          </p:cNvPr>
          <p:cNvSpPr/>
          <p:nvPr/>
        </p:nvSpPr>
        <p:spPr>
          <a:xfrm>
            <a:off x="4405861" y="2565340"/>
            <a:ext cx="461913" cy="466344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8" name="Freeform 87">
            <a:extLst>
              <a:ext uri="{FF2B5EF4-FFF2-40B4-BE49-F238E27FC236}">
                <a16:creationId xmlns:a16="http://schemas.microsoft.com/office/drawing/2014/main" id="{23650FFD-9A73-FA4E-9EB3-8F916B34DAC2}"/>
              </a:ext>
            </a:extLst>
          </p:cNvPr>
          <p:cNvSpPr/>
          <p:nvPr/>
        </p:nvSpPr>
        <p:spPr>
          <a:xfrm>
            <a:off x="4461348" y="2661900"/>
            <a:ext cx="310896" cy="237744"/>
          </a:xfrm>
          <a:custGeom>
            <a:avLst/>
            <a:gdLst>
              <a:gd name="connsiteX0" fmla="*/ 0 w 2062480"/>
              <a:gd name="connsiteY0" fmla="*/ 619760 h 619760"/>
              <a:gd name="connsiteX1" fmla="*/ 883920 w 2062480"/>
              <a:gd name="connsiteY1" fmla="*/ 528320 h 619760"/>
              <a:gd name="connsiteX2" fmla="*/ 1320800 w 2062480"/>
              <a:gd name="connsiteY2" fmla="*/ 91440 h 619760"/>
              <a:gd name="connsiteX3" fmla="*/ 2062480 w 2062480"/>
              <a:gd name="connsiteY3" fmla="*/ 0 h 61976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062480" h="619760">
                <a:moveTo>
                  <a:pt x="0" y="619760"/>
                </a:moveTo>
                <a:cubicBezTo>
                  <a:pt x="331893" y="618066"/>
                  <a:pt x="663787" y="616373"/>
                  <a:pt x="883920" y="528320"/>
                </a:cubicBezTo>
                <a:cubicBezTo>
                  <a:pt x="1104053" y="440267"/>
                  <a:pt x="1124373" y="179493"/>
                  <a:pt x="1320800" y="91440"/>
                </a:cubicBezTo>
                <a:cubicBezTo>
                  <a:pt x="1517227" y="3387"/>
                  <a:pt x="1789853" y="1693"/>
                  <a:pt x="2062480" y="0"/>
                </a:cubicBezTo>
              </a:path>
            </a:pathLst>
          </a:custGeom>
          <a:noFill/>
          <a:ln>
            <a:solidFill>
              <a:srgbClr val="8B00BC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9" name="Oval 88">
            <a:extLst>
              <a:ext uri="{FF2B5EF4-FFF2-40B4-BE49-F238E27FC236}">
                <a16:creationId xmlns:a16="http://schemas.microsoft.com/office/drawing/2014/main" id="{6F62AE33-86DD-E44A-837E-B4304E31C7C8}"/>
              </a:ext>
            </a:extLst>
          </p:cNvPr>
          <p:cNvSpPr/>
          <p:nvPr/>
        </p:nvSpPr>
        <p:spPr>
          <a:xfrm>
            <a:off x="4405861" y="3627796"/>
            <a:ext cx="461913" cy="466344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0" name="Freeform 89">
            <a:extLst>
              <a:ext uri="{FF2B5EF4-FFF2-40B4-BE49-F238E27FC236}">
                <a16:creationId xmlns:a16="http://schemas.microsoft.com/office/drawing/2014/main" id="{7461DF08-0FDF-B049-A9D2-A6E1FEB02213}"/>
              </a:ext>
            </a:extLst>
          </p:cNvPr>
          <p:cNvSpPr/>
          <p:nvPr/>
        </p:nvSpPr>
        <p:spPr>
          <a:xfrm>
            <a:off x="4461348" y="3724356"/>
            <a:ext cx="310896" cy="237744"/>
          </a:xfrm>
          <a:custGeom>
            <a:avLst/>
            <a:gdLst>
              <a:gd name="connsiteX0" fmla="*/ 0 w 2062480"/>
              <a:gd name="connsiteY0" fmla="*/ 619760 h 619760"/>
              <a:gd name="connsiteX1" fmla="*/ 883920 w 2062480"/>
              <a:gd name="connsiteY1" fmla="*/ 528320 h 619760"/>
              <a:gd name="connsiteX2" fmla="*/ 1320800 w 2062480"/>
              <a:gd name="connsiteY2" fmla="*/ 91440 h 619760"/>
              <a:gd name="connsiteX3" fmla="*/ 2062480 w 2062480"/>
              <a:gd name="connsiteY3" fmla="*/ 0 h 61976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062480" h="619760">
                <a:moveTo>
                  <a:pt x="0" y="619760"/>
                </a:moveTo>
                <a:cubicBezTo>
                  <a:pt x="331893" y="618066"/>
                  <a:pt x="663787" y="616373"/>
                  <a:pt x="883920" y="528320"/>
                </a:cubicBezTo>
                <a:cubicBezTo>
                  <a:pt x="1104053" y="440267"/>
                  <a:pt x="1124373" y="179493"/>
                  <a:pt x="1320800" y="91440"/>
                </a:cubicBezTo>
                <a:cubicBezTo>
                  <a:pt x="1517227" y="3387"/>
                  <a:pt x="1789853" y="1693"/>
                  <a:pt x="2062480" y="0"/>
                </a:cubicBezTo>
              </a:path>
            </a:pathLst>
          </a:custGeom>
          <a:noFill/>
          <a:ln>
            <a:solidFill>
              <a:srgbClr val="8B00BC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1" name="Oval 90">
            <a:extLst>
              <a:ext uri="{FF2B5EF4-FFF2-40B4-BE49-F238E27FC236}">
                <a16:creationId xmlns:a16="http://schemas.microsoft.com/office/drawing/2014/main" id="{9E7E3085-E58C-3F46-ABAE-E163A9DB6069}"/>
              </a:ext>
            </a:extLst>
          </p:cNvPr>
          <p:cNvSpPr/>
          <p:nvPr/>
        </p:nvSpPr>
        <p:spPr>
          <a:xfrm>
            <a:off x="4412731" y="4684475"/>
            <a:ext cx="461913" cy="466344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2" name="Freeform 91">
            <a:extLst>
              <a:ext uri="{FF2B5EF4-FFF2-40B4-BE49-F238E27FC236}">
                <a16:creationId xmlns:a16="http://schemas.microsoft.com/office/drawing/2014/main" id="{01DAF2B7-4562-E442-9699-CDE0194DA4F5}"/>
              </a:ext>
            </a:extLst>
          </p:cNvPr>
          <p:cNvSpPr/>
          <p:nvPr/>
        </p:nvSpPr>
        <p:spPr>
          <a:xfrm>
            <a:off x="4468218" y="4781035"/>
            <a:ext cx="310896" cy="237744"/>
          </a:xfrm>
          <a:custGeom>
            <a:avLst/>
            <a:gdLst>
              <a:gd name="connsiteX0" fmla="*/ 0 w 2062480"/>
              <a:gd name="connsiteY0" fmla="*/ 619760 h 619760"/>
              <a:gd name="connsiteX1" fmla="*/ 883920 w 2062480"/>
              <a:gd name="connsiteY1" fmla="*/ 528320 h 619760"/>
              <a:gd name="connsiteX2" fmla="*/ 1320800 w 2062480"/>
              <a:gd name="connsiteY2" fmla="*/ 91440 h 619760"/>
              <a:gd name="connsiteX3" fmla="*/ 2062480 w 2062480"/>
              <a:gd name="connsiteY3" fmla="*/ 0 h 61976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062480" h="619760">
                <a:moveTo>
                  <a:pt x="0" y="619760"/>
                </a:moveTo>
                <a:cubicBezTo>
                  <a:pt x="331893" y="618066"/>
                  <a:pt x="663787" y="616373"/>
                  <a:pt x="883920" y="528320"/>
                </a:cubicBezTo>
                <a:cubicBezTo>
                  <a:pt x="1104053" y="440267"/>
                  <a:pt x="1124373" y="179493"/>
                  <a:pt x="1320800" y="91440"/>
                </a:cubicBezTo>
                <a:cubicBezTo>
                  <a:pt x="1517227" y="3387"/>
                  <a:pt x="1789853" y="1693"/>
                  <a:pt x="2062480" y="0"/>
                </a:cubicBezTo>
              </a:path>
            </a:pathLst>
          </a:custGeom>
          <a:noFill/>
          <a:ln>
            <a:solidFill>
              <a:srgbClr val="8B00BC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93" name="Straight Arrow Connector 92">
            <a:extLst>
              <a:ext uri="{FF2B5EF4-FFF2-40B4-BE49-F238E27FC236}">
                <a16:creationId xmlns:a16="http://schemas.microsoft.com/office/drawing/2014/main" id="{840553FF-6F45-B049-9F10-4C4A32A38A3F}"/>
              </a:ext>
            </a:extLst>
          </p:cNvPr>
          <p:cNvCxnSpPr>
            <a:cxnSpLocks/>
            <a:endCxn id="87" idx="2"/>
          </p:cNvCxnSpPr>
          <p:nvPr/>
        </p:nvCxnSpPr>
        <p:spPr>
          <a:xfrm>
            <a:off x="3700542" y="2795974"/>
            <a:ext cx="705318" cy="2539"/>
          </a:xfrm>
          <a:prstGeom prst="straightConnector1">
            <a:avLst/>
          </a:prstGeom>
          <a:ln w="19050">
            <a:solidFill>
              <a:schemeClr val="tx1"/>
            </a:solidFill>
            <a:tailEnd type="triangle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6" name="Straight Arrow Connector 95">
            <a:extLst>
              <a:ext uri="{FF2B5EF4-FFF2-40B4-BE49-F238E27FC236}">
                <a16:creationId xmlns:a16="http://schemas.microsoft.com/office/drawing/2014/main" id="{E49714C2-4CAC-EC42-A3D6-C79171DCBDD7}"/>
              </a:ext>
            </a:extLst>
          </p:cNvPr>
          <p:cNvCxnSpPr>
            <a:cxnSpLocks/>
            <a:stCxn id="9" idx="6"/>
            <a:endCxn id="89" idx="2"/>
          </p:cNvCxnSpPr>
          <p:nvPr/>
        </p:nvCxnSpPr>
        <p:spPr>
          <a:xfrm>
            <a:off x="3700544" y="3855622"/>
            <a:ext cx="705317" cy="5347"/>
          </a:xfrm>
          <a:prstGeom prst="straightConnector1">
            <a:avLst/>
          </a:prstGeom>
          <a:ln w="19050">
            <a:solidFill>
              <a:schemeClr val="tx1"/>
            </a:solidFill>
            <a:tailEnd type="triangle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0" name="Straight Arrow Connector 99">
            <a:extLst>
              <a:ext uri="{FF2B5EF4-FFF2-40B4-BE49-F238E27FC236}">
                <a16:creationId xmlns:a16="http://schemas.microsoft.com/office/drawing/2014/main" id="{CBFDA551-11AA-6C49-A6C0-C89736A6853E}"/>
              </a:ext>
            </a:extLst>
          </p:cNvPr>
          <p:cNvCxnSpPr>
            <a:cxnSpLocks/>
            <a:stCxn id="10" idx="6"/>
            <a:endCxn id="91" idx="2"/>
          </p:cNvCxnSpPr>
          <p:nvPr/>
        </p:nvCxnSpPr>
        <p:spPr>
          <a:xfrm>
            <a:off x="3700542" y="4915271"/>
            <a:ext cx="712188" cy="2377"/>
          </a:xfrm>
          <a:prstGeom prst="straightConnector1">
            <a:avLst/>
          </a:prstGeom>
          <a:ln w="19050">
            <a:solidFill>
              <a:schemeClr val="tx1"/>
            </a:solidFill>
            <a:tailEnd type="triangle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3" name="Oval 102">
            <a:extLst>
              <a:ext uri="{FF2B5EF4-FFF2-40B4-BE49-F238E27FC236}">
                <a16:creationId xmlns:a16="http://schemas.microsoft.com/office/drawing/2014/main" id="{333E6FF1-0E65-BF4B-8AF2-9A5B46CB0697}"/>
              </a:ext>
            </a:extLst>
          </p:cNvPr>
          <p:cNvSpPr/>
          <p:nvPr/>
        </p:nvSpPr>
        <p:spPr>
          <a:xfrm>
            <a:off x="5791311" y="2996646"/>
            <a:ext cx="461913" cy="466344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04" name="TextBox 103">
                <a:extLst>
                  <a:ext uri="{FF2B5EF4-FFF2-40B4-BE49-F238E27FC236}">
                    <a16:creationId xmlns:a16="http://schemas.microsoft.com/office/drawing/2014/main" id="{677F2695-9706-B84F-9498-C7F54BBCFADC}"/>
                  </a:ext>
                </a:extLst>
              </p:cNvPr>
              <p:cNvSpPr txBox="1"/>
              <p:nvPr/>
            </p:nvSpPr>
            <p:spPr>
              <a:xfrm>
                <a:off x="5826473" y="3038893"/>
                <a:ext cx="396262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l-GR" sz="20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Σ</m:t>
                      </m:r>
                    </m:oMath>
                  </m:oMathPara>
                </a14:m>
                <a:endParaRPr lang="en-US" sz="2000" dirty="0"/>
              </a:p>
            </p:txBody>
          </p:sp>
        </mc:Choice>
        <mc:Fallback xmlns="">
          <p:sp>
            <p:nvSpPr>
              <p:cNvPr id="104" name="TextBox 103">
                <a:extLst>
                  <a:ext uri="{FF2B5EF4-FFF2-40B4-BE49-F238E27FC236}">
                    <a16:creationId xmlns:a16="http://schemas.microsoft.com/office/drawing/2014/main" id="{677F2695-9706-B84F-9498-C7F54BBCFAD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826473" y="3038893"/>
                <a:ext cx="396262" cy="400110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ro-RO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05" name="Oval 104">
            <a:extLst>
              <a:ext uri="{FF2B5EF4-FFF2-40B4-BE49-F238E27FC236}">
                <a16:creationId xmlns:a16="http://schemas.microsoft.com/office/drawing/2014/main" id="{18245441-9799-3845-B12D-BA3860091116}"/>
              </a:ext>
            </a:extLst>
          </p:cNvPr>
          <p:cNvSpPr/>
          <p:nvPr/>
        </p:nvSpPr>
        <p:spPr>
          <a:xfrm>
            <a:off x="6965825" y="2998795"/>
            <a:ext cx="461913" cy="466344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6" name="Freeform 105">
            <a:extLst>
              <a:ext uri="{FF2B5EF4-FFF2-40B4-BE49-F238E27FC236}">
                <a16:creationId xmlns:a16="http://schemas.microsoft.com/office/drawing/2014/main" id="{4B64F483-A790-CE44-B058-849E6128B550}"/>
              </a:ext>
            </a:extLst>
          </p:cNvPr>
          <p:cNvSpPr/>
          <p:nvPr/>
        </p:nvSpPr>
        <p:spPr>
          <a:xfrm>
            <a:off x="7021312" y="3095355"/>
            <a:ext cx="310896" cy="237744"/>
          </a:xfrm>
          <a:custGeom>
            <a:avLst/>
            <a:gdLst>
              <a:gd name="connsiteX0" fmla="*/ 0 w 2062480"/>
              <a:gd name="connsiteY0" fmla="*/ 619760 h 619760"/>
              <a:gd name="connsiteX1" fmla="*/ 883920 w 2062480"/>
              <a:gd name="connsiteY1" fmla="*/ 528320 h 619760"/>
              <a:gd name="connsiteX2" fmla="*/ 1320800 w 2062480"/>
              <a:gd name="connsiteY2" fmla="*/ 91440 h 619760"/>
              <a:gd name="connsiteX3" fmla="*/ 2062480 w 2062480"/>
              <a:gd name="connsiteY3" fmla="*/ 0 h 61976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062480" h="619760">
                <a:moveTo>
                  <a:pt x="0" y="619760"/>
                </a:moveTo>
                <a:cubicBezTo>
                  <a:pt x="331893" y="618066"/>
                  <a:pt x="663787" y="616373"/>
                  <a:pt x="883920" y="528320"/>
                </a:cubicBezTo>
                <a:cubicBezTo>
                  <a:pt x="1104053" y="440267"/>
                  <a:pt x="1124373" y="179493"/>
                  <a:pt x="1320800" y="91440"/>
                </a:cubicBezTo>
                <a:cubicBezTo>
                  <a:pt x="1517227" y="3387"/>
                  <a:pt x="1789853" y="1693"/>
                  <a:pt x="2062480" y="0"/>
                </a:cubicBezTo>
              </a:path>
            </a:pathLst>
          </a:custGeom>
          <a:noFill/>
          <a:ln>
            <a:solidFill>
              <a:srgbClr val="8B00BC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07" name="Straight Arrow Connector 106">
            <a:extLst>
              <a:ext uri="{FF2B5EF4-FFF2-40B4-BE49-F238E27FC236}">
                <a16:creationId xmlns:a16="http://schemas.microsoft.com/office/drawing/2014/main" id="{87400CF0-318B-8040-B05A-66A1445B7C8D}"/>
              </a:ext>
            </a:extLst>
          </p:cNvPr>
          <p:cNvCxnSpPr>
            <a:cxnSpLocks/>
            <a:stCxn id="103" idx="6"/>
            <a:endCxn id="105" idx="2"/>
          </p:cNvCxnSpPr>
          <p:nvPr/>
        </p:nvCxnSpPr>
        <p:spPr>
          <a:xfrm>
            <a:off x="6253224" y="3229819"/>
            <a:ext cx="712601" cy="2149"/>
          </a:xfrm>
          <a:prstGeom prst="straightConnector1">
            <a:avLst/>
          </a:prstGeom>
          <a:ln w="19050">
            <a:solidFill>
              <a:schemeClr val="tx1"/>
            </a:solidFill>
            <a:tailEnd type="triangle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9" name="Straight Arrow Connector 108">
            <a:extLst>
              <a:ext uri="{FF2B5EF4-FFF2-40B4-BE49-F238E27FC236}">
                <a16:creationId xmlns:a16="http://schemas.microsoft.com/office/drawing/2014/main" id="{E5A345C5-4B6D-C44A-88F3-D70DFD965404}"/>
              </a:ext>
            </a:extLst>
          </p:cNvPr>
          <p:cNvCxnSpPr>
            <a:cxnSpLocks/>
            <a:stCxn id="77" idx="6"/>
            <a:endCxn id="103" idx="1"/>
          </p:cNvCxnSpPr>
          <p:nvPr/>
        </p:nvCxnSpPr>
        <p:spPr>
          <a:xfrm>
            <a:off x="4874644" y="1736324"/>
            <a:ext cx="984313" cy="1328617"/>
          </a:xfrm>
          <a:prstGeom prst="straightConnector1">
            <a:avLst/>
          </a:prstGeom>
          <a:ln w="19050">
            <a:solidFill>
              <a:schemeClr val="tx1"/>
            </a:solidFill>
            <a:tailEnd type="triangle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2" name="Straight Arrow Connector 111">
            <a:extLst>
              <a:ext uri="{FF2B5EF4-FFF2-40B4-BE49-F238E27FC236}">
                <a16:creationId xmlns:a16="http://schemas.microsoft.com/office/drawing/2014/main" id="{FC98617E-179B-7042-BC1F-0434E17E5AC4}"/>
              </a:ext>
            </a:extLst>
          </p:cNvPr>
          <p:cNvCxnSpPr>
            <a:cxnSpLocks/>
            <a:stCxn id="87" idx="6"/>
            <a:endCxn id="103" idx="2"/>
          </p:cNvCxnSpPr>
          <p:nvPr/>
        </p:nvCxnSpPr>
        <p:spPr>
          <a:xfrm>
            <a:off x="4867774" y="2798512"/>
            <a:ext cx="923537" cy="431306"/>
          </a:xfrm>
          <a:prstGeom prst="straightConnector1">
            <a:avLst/>
          </a:prstGeom>
          <a:ln w="19050">
            <a:solidFill>
              <a:schemeClr val="tx1"/>
            </a:solidFill>
            <a:tailEnd type="triangle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5" name="Straight Arrow Connector 114">
            <a:extLst>
              <a:ext uri="{FF2B5EF4-FFF2-40B4-BE49-F238E27FC236}">
                <a16:creationId xmlns:a16="http://schemas.microsoft.com/office/drawing/2014/main" id="{887521F3-E853-C44C-B89A-35967D7E8DE9}"/>
              </a:ext>
            </a:extLst>
          </p:cNvPr>
          <p:cNvCxnSpPr>
            <a:cxnSpLocks/>
            <a:stCxn id="89" idx="6"/>
            <a:endCxn id="103" idx="2"/>
          </p:cNvCxnSpPr>
          <p:nvPr/>
        </p:nvCxnSpPr>
        <p:spPr>
          <a:xfrm flipV="1">
            <a:off x="4867774" y="3229818"/>
            <a:ext cx="923537" cy="631150"/>
          </a:xfrm>
          <a:prstGeom prst="straightConnector1">
            <a:avLst/>
          </a:prstGeom>
          <a:ln w="19050">
            <a:solidFill>
              <a:schemeClr val="tx1"/>
            </a:solidFill>
            <a:tailEnd type="triangle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8" name="Straight Arrow Connector 117">
            <a:extLst>
              <a:ext uri="{FF2B5EF4-FFF2-40B4-BE49-F238E27FC236}">
                <a16:creationId xmlns:a16="http://schemas.microsoft.com/office/drawing/2014/main" id="{7A64C3B3-7245-B349-847D-98FA7EF2DA92}"/>
              </a:ext>
            </a:extLst>
          </p:cNvPr>
          <p:cNvCxnSpPr>
            <a:cxnSpLocks/>
            <a:stCxn id="91" idx="6"/>
            <a:endCxn id="103" idx="3"/>
          </p:cNvCxnSpPr>
          <p:nvPr/>
        </p:nvCxnSpPr>
        <p:spPr>
          <a:xfrm flipV="1">
            <a:off x="4874644" y="3394697"/>
            <a:ext cx="984313" cy="1522951"/>
          </a:xfrm>
          <a:prstGeom prst="straightConnector1">
            <a:avLst/>
          </a:prstGeom>
          <a:ln w="19050">
            <a:solidFill>
              <a:schemeClr val="tx1"/>
            </a:solidFill>
            <a:tailEnd type="triangle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4" name="TextBox 123">
            <a:extLst>
              <a:ext uri="{FF2B5EF4-FFF2-40B4-BE49-F238E27FC236}">
                <a16:creationId xmlns:a16="http://schemas.microsoft.com/office/drawing/2014/main" id="{CE494062-4972-9843-8C28-CAD09F225EF7}"/>
              </a:ext>
            </a:extLst>
          </p:cNvPr>
          <p:cNvSpPr txBox="1"/>
          <p:nvPr/>
        </p:nvSpPr>
        <p:spPr>
          <a:xfrm>
            <a:off x="5084739" y="2031018"/>
            <a:ext cx="74168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solidFill>
                  <a:srgbClr val="00B050"/>
                </a:solidFill>
              </a:rPr>
              <a:t>w</a:t>
            </a:r>
            <a:r>
              <a:rPr lang="en-US" baseline="-25000" dirty="0">
                <a:solidFill>
                  <a:srgbClr val="00B050"/>
                </a:solidFill>
              </a:rPr>
              <a:t>1,1</a:t>
            </a:r>
          </a:p>
        </p:txBody>
      </p:sp>
      <p:sp>
        <p:nvSpPr>
          <p:cNvPr id="125" name="TextBox 124">
            <a:extLst>
              <a:ext uri="{FF2B5EF4-FFF2-40B4-BE49-F238E27FC236}">
                <a16:creationId xmlns:a16="http://schemas.microsoft.com/office/drawing/2014/main" id="{CE51BE64-DEA2-6A44-AC4D-B1539F19352F}"/>
              </a:ext>
            </a:extLst>
          </p:cNvPr>
          <p:cNvSpPr txBox="1"/>
          <p:nvPr/>
        </p:nvSpPr>
        <p:spPr>
          <a:xfrm>
            <a:off x="4891199" y="2642084"/>
            <a:ext cx="74168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solidFill>
                  <a:srgbClr val="00B050"/>
                </a:solidFill>
              </a:rPr>
              <a:t>w</a:t>
            </a:r>
            <a:r>
              <a:rPr lang="en-US" baseline="-25000" dirty="0">
                <a:solidFill>
                  <a:srgbClr val="00B050"/>
                </a:solidFill>
              </a:rPr>
              <a:t>2,1</a:t>
            </a:r>
          </a:p>
        </p:txBody>
      </p:sp>
      <p:sp>
        <p:nvSpPr>
          <p:cNvPr id="126" name="TextBox 125">
            <a:extLst>
              <a:ext uri="{FF2B5EF4-FFF2-40B4-BE49-F238E27FC236}">
                <a16:creationId xmlns:a16="http://schemas.microsoft.com/office/drawing/2014/main" id="{8FD10FD8-5E1C-AD46-85F8-A62C0B238D3A}"/>
              </a:ext>
            </a:extLst>
          </p:cNvPr>
          <p:cNvSpPr txBox="1"/>
          <p:nvPr/>
        </p:nvSpPr>
        <p:spPr>
          <a:xfrm>
            <a:off x="4759525" y="3296499"/>
            <a:ext cx="74168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solidFill>
                  <a:srgbClr val="00B050"/>
                </a:solidFill>
              </a:rPr>
              <a:t>w</a:t>
            </a:r>
            <a:r>
              <a:rPr lang="en-US" baseline="-25000" dirty="0">
                <a:solidFill>
                  <a:srgbClr val="00B050"/>
                </a:solidFill>
              </a:rPr>
              <a:t>3,1</a:t>
            </a:r>
          </a:p>
        </p:txBody>
      </p:sp>
      <p:sp>
        <p:nvSpPr>
          <p:cNvPr id="127" name="TextBox 126">
            <a:extLst>
              <a:ext uri="{FF2B5EF4-FFF2-40B4-BE49-F238E27FC236}">
                <a16:creationId xmlns:a16="http://schemas.microsoft.com/office/drawing/2014/main" id="{DE7BE5A9-0C5C-7F48-8293-437C66B4B5E3}"/>
              </a:ext>
            </a:extLst>
          </p:cNvPr>
          <p:cNvSpPr txBox="1"/>
          <p:nvPr/>
        </p:nvSpPr>
        <p:spPr>
          <a:xfrm>
            <a:off x="5202250" y="4097223"/>
            <a:ext cx="74168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solidFill>
                  <a:srgbClr val="00B050"/>
                </a:solidFill>
              </a:rPr>
              <a:t>w</a:t>
            </a:r>
            <a:r>
              <a:rPr lang="en-US" baseline="-25000" dirty="0">
                <a:solidFill>
                  <a:srgbClr val="00B050"/>
                </a:solidFill>
              </a:rPr>
              <a:t>4,1</a:t>
            </a:r>
          </a:p>
        </p:txBody>
      </p:sp>
      <p:sp>
        <p:nvSpPr>
          <p:cNvPr id="128" name="TextBox 127">
            <a:extLst>
              <a:ext uri="{FF2B5EF4-FFF2-40B4-BE49-F238E27FC236}">
                <a16:creationId xmlns:a16="http://schemas.microsoft.com/office/drawing/2014/main" id="{7F86EF33-8ED1-7245-9936-61566C140441}"/>
              </a:ext>
            </a:extLst>
          </p:cNvPr>
          <p:cNvSpPr txBox="1"/>
          <p:nvPr/>
        </p:nvSpPr>
        <p:spPr>
          <a:xfrm>
            <a:off x="5585068" y="4793220"/>
            <a:ext cx="609859" cy="144655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>
                <a:solidFill>
                  <a:srgbClr val="00B050"/>
                </a:solidFill>
              </a:rPr>
              <a:t>w</a:t>
            </a:r>
            <a:r>
              <a:rPr lang="en-US" sz="1600" baseline="-25000" dirty="0">
                <a:solidFill>
                  <a:srgbClr val="00B050"/>
                </a:solidFill>
              </a:rPr>
              <a:t>1,1</a:t>
            </a:r>
          </a:p>
          <a:p>
            <a:r>
              <a:rPr lang="en-US" sz="1600" dirty="0">
                <a:solidFill>
                  <a:srgbClr val="00B050"/>
                </a:solidFill>
              </a:rPr>
              <a:t>w</a:t>
            </a:r>
            <a:r>
              <a:rPr lang="en-US" sz="1600" baseline="-25000" dirty="0">
                <a:solidFill>
                  <a:srgbClr val="00B050"/>
                </a:solidFill>
              </a:rPr>
              <a:t>2,1</a:t>
            </a:r>
          </a:p>
          <a:p>
            <a:r>
              <a:rPr lang="en-US" sz="1600" dirty="0">
                <a:solidFill>
                  <a:srgbClr val="00B050"/>
                </a:solidFill>
              </a:rPr>
              <a:t>w</a:t>
            </a:r>
            <a:r>
              <a:rPr lang="en-US" sz="1600" baseline="-25000" dirty="0">
                <a:solidFill>
                  <a:srgbClr val="00B050"/>
                </a:solidFill>
              </a:rPr>
              <a:t>3,1</a:t>
            </a:r>
          </a:p>
          <a:p>
            <a:r>
              <a:rPr lang="en-US" sz="1600" dirty="0">
                <a:solidFill>
                  <a:srgbClr val="00B050"/>
                </a:solidFill>
              </a:rPr>
              <a:t>w</a:t>
            </a:r>
            <a:r>
              <a:rPr lang="en-US" sz="1600" baseline="-25000" dirty="0">
                <a:solidFill>
                  <a:srgbClr val="00B050"/>
                </a:solidFill>
              </a:rPr>
              <a:t>4,1</a:t>
            </a:r>
          </a:p>
        </p:txBody>
      </p:sp>
      <p:sp>
        <p:nvSpPr>
          <p:cNvPr id="129" name="TextBox 128">
            <a:extLst>
              <a:ext uri="{FF2B5EF4-FFF2-40B4-BE49-F238E27FC236}">
                <a16:creationId xmlns:a16="http://schemas.microsoft.com/office/drawing/2014/main" id="{FE4D9D9A-D582-6D42-A685-E6F807925234}"/>
              </a:ext>
            </a:extLst>
          </p:cNvPr>
          <p:cNvSpPr txBox="1"/>
          <p:nvPr/>
        </p:nvSpPr>
        <p:spPr>
          <a:xfrm>
            <a:off x="5026267" y="5186910"/>
            <a:ext cx="60960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W</a:t>
            </a:r>
            <a:r>
              <a:rPr lang="en-US" baseline="-25000" dirty="0"/>
              <a:t>1  </a:t>
            </a:r>
            <a:r>
              <a:rPr lang="en-US" dirty="0"/>
              <a:t>=</a:t>
            </a:r>
          </a:p>
        </p:txBody>
      </p:sp>
      <p:cxnSp>
        <p:nvCxnSpPr>
          <p:cNvPr id="130" name="Straight Arrow Connector 129">
            <a:extLst>
              <a:ext uri="{FF2B5EF4-FFF2-40B4-BE49-F238E27FC236}">
                <a16:creationId xmlns:a16="http://schemas.microsoft.com/office/drawing/2014/main" id="{66357080-0C94-5E4B-BE85-C8E7E52D2D2A}"/>
              </a:ext>
            </a:extLst>
          </p:cNvPr>
          <p:cNvCxnSpPr>
            <a:cxnSpLocks/>
            <a:stCxn id="105" idx="6"/>
          </p:cNvCxnSpPr>
          <p:nvPr/>
        </p:nvCxnSpPr>
        <p:spPr>
          <a:xfrm>
            <a:off x="7427738" y="3231967"/>
            <a:ext cx="425943" cy="0"/>
          </a:xfrm>
          <a:prstGeom prst="straightConnector1">
            <a:avLst/>
          </a:prstGeom>
          <a:ln w="19050">
            <a:solidFill>
              <a:schemeClr val="tx1"/>
            </a:solidFill>
            <a:tailEnd type="triangle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3" name="Oval 132">
            <a:extLst>
              <a:ext uri="{FF2B5EF4-FFF2-40B4-BE49-F238E27FC236}">
                <a16:creationId xmlns:a16="http://schemas.microsoft.com/office/drawing/2014/main" id="{4E8AC360-6DC5-1F47-9FC9-2B28AFA64BC1}"/>
              </a:ext>
            </a:extLst>
          </p:cNvPr>
          <p:cNvSpPr/>
          <p:nvPr/>
        </p:nvSpPr>
        <p:spPr>
          <a:xfrm>
            <a:off x="7854592" y="3000521"/>
            <a:ext cx="461913" cy="466344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4" name="TextBox 133">
            <a:extLst>
              <a:ext uri="{FF2B5EF4-FFF2-40B4-BE49-F238E27FC236}">
                <a16:creationId xmlns:a16="http://schemas.microsoft.com/office/drawing/2014/main" id="{90E9B05B-6491-8C42-90E4-71E9FAE2B396}"/>
              </a:ext>
            </a:extLst>
          </p:cNvPr>
          <p:cNvSpPr txBox="1"/>
          <p:nvPr/>
        </p:nvSpPr>
        <p:spPr>
          <a:xfrm>
            <a:off x="7934632" y="3025364"/>
            <a:ext cx="3000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800" dirty="0"/>
              <a:t>y</a:t>
            </a:r>
            <a:endParaRPr lang="en-US" sz="1800" baseline="-25000" dirty="0"/>
          </a:p>
        </p:txBody>
      </p:sp>
    </p:spTree>
    <p:extLst>
      <p:ext uri="{BB962C8B-B14F-4D97-AF65-F5344CB8AC3E}">
        <p14:creationId xmlns:p14="http://schemas.microsoft.com/office/powerpoint/2010/main" val="3595031748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Limitation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A single “neuron” is still a linear decision boundary</a:t>
            </a:r>
          </a:p>
          <a:p>
            <a:endParaRPr lang="en-US" dirty="0"/>
          </a:p>
          <a:p>
            <a:r>
              <a:rPr lang="en-US" dirty="0"/>
              <a:t>What to do?</a:t>
            </a:r>
          </a:p>
          <a:p>
            <a:endParaRPr lang="en-US" dirty="0"/>
          </a:p>
          <a:p>
            <a:r>
              <a:rPr lang="en-US" dirty="0"/>
              <a:t>Idea: Stack a bunch of them together! </a:t>
            </a:r>
          </a:p>
          <a:p>
            <a:r>
              <a:rPr lang="en-US" dirty="0">
                <a:solidFill>
                  <a:srgbClr val="FF0000"/>
                </a:solidFill>
              </a:rPr>
              <a:t>Non-linearities are mandatory (see proof)</a:t>
            </a:r>
          </a:p>
        </p:txBody>
      </p:sp>
    </p:spTree>
    <p:extLst>
      <p:ext uri="{BB962C8B-B14F-4D97-AF65-F5344CB8AC3E}">
        <p14:creationId xmlns:p14="http://schemas.microsoft.com/office/powerpoint/2010/main" val="246073670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Universal Function </a:t>
            </a:r>
            <a:r>
              <a:rPr lang="en-US" dirty="0" err="1"/>
              <a:t>Approximators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Theorem:</a:t>
            </a:r>
          </a:p>
          <a:p>
            <a:pPr marL="457200" lvl="1" indent="0">
              <a:buNone/>
            </a:pPr>
            <a:r>
              <a:rPr lang="en-US" dirty="0"/>
              <a:t>A two-layer network with linear outputs can uniformly approximate any continuous function on a finite subset to arbitrary accuracy, given enough hidden units [</a:t>
            </a:r>
            <a:r>
              <a:rPr lang="en-US" dirty="0" err="1"/>
              <a:t>Funahashi</a:t>
            </a:r>
            <a:r>
              <a:rPr lang="en-US" dirty="0"/>
              <a:t> </a:t>
            </a:r>
            <a:r>
              <a:rPr lang="fr-FR" dirty="0"/>
              <a:t>’</a:t>
            </a:r>
            <a:r>
              <a:rPr lang="en-US" dirty="0"/>
              <a:t>89]</a:t>
            </a:r>
          </a:p>
          <a:p>
            <a:pPr marL="457200" lvl="1" indent="0">
              <a:buNone/>
            </a:pPr>
            <a:endParaRPr lang="en-US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148269303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7" name="Picture 6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03169479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3" name="Picture 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700" y="0"/>
            <a:ext cx="9117419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40556580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Visualizing Loss Functions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Sum of individual losses</a:t>
            </a:r>
          </a:p>
        </p:txBody>
      </p:sp>
      <p:pic>
        <p:nvPicPr>
          <p:cNvPr id="6" name="Picture 5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2425700"/>
            <a:ext cx="9144000" cy="200537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41270484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Detour</a:t>
            </a:r>
          </a:p>
        </p:txBody>
      </p:sp>
      <p:pic>
        <p:nvPicPr>
          <p:cNvPr id="6" name="Picture 5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95400" y="1295400"/>
            <a:ext cx="6726028" cy="511491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6711219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35" name="Shape 935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965561" y="1414341"/>
            <a:ext cx="7209299" cy="4513975"/>
          </a:xfrm>
          <a:prstGeom prst="rect">
            <a:avLst/>
          </a:prstGeom>
          <a:noFill/>
          <a:ln>
            <a:noFill/>
          </a:ln>
        </p:spPr>
      </p:pic>
      <p:pic>
        <p:nvPicPr>
          <p:cNvPr id="936" name="Shape 936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1827686" y="3657600"/>
            <a:ext cx="548699" cy="734480"/>
          </a:xfrm>
          <a:prstGeom prst="rect">
            <a:avLst/>
          </a:prstGeom>
          <a:noFill/>
          <a:ln>
            <a:noFill/>
          </a:ln>
        </p:spPr>
      </p:pic>
      <p:sp>
        <p:nvSpPr>
          <p:cNvPr id="5" name="Shape 942"/>
          <p:cNvSpPr txBox="1"/>
          <p:nvPr/>
        </p:nvSpPr>
        <p:spPr>
          <a:xfrm>
            <a:off x="438910" y="379164"/>
            <a:ext cx="8262599" cy="565760"/>
          </a:xfrm>
          <a:prstGeom prst="rect">
            <a:avLst/>
          </a:prstGeom>
          <a:noFill/>
          <a:ln>
            <a:noFill/>
          </a:ln>
        </p:spPr>
        <p:txBody>
          <a:bodyPr lIns="91425" tIns="91425" rIns="91425" bIns="91425" anchor="t" anchorCtr="0">
            <a:noAutofit/>
          </a:bodyPr>
          <a:lstStyle/>
          <a:p>
            <a:pPr lvl="0" algn="ctr"/>
            <a:r>
              <a:rPr lang="en" sz="3200" dirty="0"/>
              <a:t>Gradient </a:t>
            </a:r>
            <a:r>
              <a:rPr lang="en-US" sz="3200" dirty="0"/>
              <a:t>Descent Algorithm</a:t>
            </a:r>
            <a:endParaRPr lang="en" sz="3200" b="1" dirty="0"/>
          </a:p>
        </p:txBody>
      </p:sp>
    </p:spTree>
    <p:extLst>
      <p:ext uri="{BB962C8B-B14F-4D97-AF65-F5344CB8AC3E}">
        <p14:creationId xmlns:p14="http://schemas.microsoft.com/office/powerpoint/2010/main" val="81385532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0" presetClass="path" presetSubtype="0" accel="50000" decel="5000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2.2091E-6 1.42681E-6 C 0.02953 0.01946 0.11532 0.0945 0.17732 0.11612 C 0.23932 0.13774 0.33102 0.12755 0.37149 0.13033 " pathEditMode="relative" rAng="0" ptsTypes="aaa">
                                      <p:cBhvr>
                                        <p:cTn id="10" dur="2000" fill="hold"/>
                                        <p:tgtEl>
                                          <p:spTgt spid="936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18565" y="6887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2" name="Shape 942"/>
          <p:cNvSpPr txBox="1"/>
          <p:nvPr/>
        </p:nvSpPr>
        <p:spPr>
          <a:xfrm>
            <a:off x="440700" y="611464"/>
            <a:ext cx="8262599" cy="707099"/>
          </a:xfrm>
          <a:prstGeom prst="rect">
            <a:avLst/>
          </a:prstGeom>
          <a:noFill/>
          <a:ln>
            <a:noFill/>
          </a:ln>
        </p:spPr>
        <p:txBody>
          <a:bodyPr lIns="91425" tIns="91425" rIns="91425" bIns="91425" anchor="t" anchorCtr="0">
            <a:noAutofit/>
          </a:bodyPr>
          <a:lstStyle/>
          <a:p>
            <a:pPr lvl="0" algn="ctr"/>
            <a:r>
              <a:rPr lang="en-US" sz="3200" dirty="0"/>
              <a:t>Gradient Descent Algorithm</a:t>
            </a:r>
            <a:endParaRPr lang="en" sz="3200" b="1" dirty="0"/>
          </a:p>
        </p:txBody>
      </p:sp>
      <p:sp>
        <p:nvSpPr>
          <p:cNvPr id="943" name="Shape 943"/>
          <p:cNvSpPr txBox="1"/>
          <p:nvPr/>
        </p:nvSpPr>
        <p:spPr>
          <a:xfrm>
            <a:off x="474626" y="1709651"/>
            <a:ext cx="8533799" cy="707099"/>
          </a:xfrm>
          <a:prstGeom prst="rect">
            <a:avLst/>
          </a:prstGeom>
          <a:noFill/>
          <a:ln>
            <a:noFill/>
          </a:ln>
        </p:spPr>
        <p:txBody>
          <a:bodyPr lIns="91425" tIns="91425" rIns="91425" bIns="91425" anchor="t" anchorCtr="0">
            <a:noAutofit/>
          </a:bodyPr>
          <a:lstStyle/>
          <a:p>
            <a:pPr marL="342900" indent="-342900" algn="l">
              <a:spcBef>
                <a:spcPts val="0"/>
              </a:spcBef>
              <a:buFont typeface="Arial" panose="020B0604020202020204" pitchFamily="34" charset="0"/>
              <a:buChar char="•"/>
            </a:pPr>
            <a:r>
              <a:rPr lang="en" sz="2400" dirty="0"/>
              <a:t>In 1-dimension, the derivative of a function:</a:t>
            </a:r>
          </a:p>
        </p:txBody>
      </p:sp>
      <p:pic>
        <p:nvPicPr>
          <p:cNvPr id="944" name="Shape 944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053525" y="2850225"/>
            <a:ext cx="3638550" cy="857250"/>
          </a:xfrm>
          <a:prstGeom prst="rect">
            <a:avLst/>
          </a:prstGeom>
          <a:noFill/>
          <a:ln>
            <a:noFill/>
          </a:ln>
        </p:spPr>
      </p:pic>
      <p:sp>
        <p:nvSpPr>
          <p:cNvPr id="945" name="Shape 945"/>
          <p:cNvSpPr txBox="1"/>
          <p:nvPr/>
        </p:nvSpPr>
        <p:spPr>
          <a:xfrm>
            <a:off x="309976" y="4489650"/>
            <a:ext cx="8775899" cy="658800"/>
          </a:xfrm>
          <a:prstGeom prst="rect">
            <a:avLst/>
          </a:prstGeom>
          <a:noFill/>
          <a:ln>
            <a:noFill/>
          </a:ln>
        </p:spPr>
        <p:txBody>
          <a:bodyPr lIns="91425" tIns="91425" rIns="91425" bIns="91425" anchor="t" anchorCtr="0">
            <a:noAutofit/>
          </a:bodyPr>
          <a:lstStyle/>
          <a:p>
            <a:pPr marL="342900" indent="-342900">
              <a:spcBef>
                <a:spcPts val="0"/>
              </a:spcBef>
              <a:buFont typeface="Arial" panose="020B0604020202020204" pitchFamily="34" charset="0"/>
              <a:buChar char="•"/>
            </a:pPr>
            <a:r>
              <a:rPr lang="en" sz="2000" dirty="0"/>
              <a:t>In multiple dimensions, the </a:t>
            </a:r>
            <a:r>
              <a:rPr lang="en" sz="2000" b="1" dirty="0"/>
              <a:t>gradient </a:t>
            </a:r>
            <a:r>
              <a:rPr lang="en" sz="2000" dirty="0"/>
              <a:t>is the vector of partial derivatives.</a:t>
            </a:r>
          </a:p>
        </p:txBody>
      </p:sp>
    </p:spTree>
    <p:extLst>
      <p:ext uri="{BB962C8B-B14F-4D97-AF65-F5344CB8AC3E}">
        <p14:creationId xmlns:p14="http://schemas.microsoft.com/office/powerpoint/2010/main" val="203610638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1" name="Shape 951"/>
          <p:cNvSpPr txBox="1"/>
          <p:nvPr/>
        </p:nvSpPr>
        <p:spPr>
          <a:xfrm>
            <a:off x="197026" y="894550"/>
            <a:ext cx="2355299" cy="393600"/>
          </a:xfrm>
          <a:prstGeom prst="rect">
            <a:avLst/>
          </a:prstGeom>
          <a:noFill/>
          <a:ln>
            <a:noFill/>
          </a:ln>
        </p:spPr>
        <p:txBody>
          <a:bodyPr lIns="91425" tIns="91425" rIns="91425" bIns="91425" anchor="t" anchorCtr="0">
            <a:noAutofit/>
          </a:bodyPr>
          <a:lstStyle/>
          <a:p>
            <a:pPr>
              <a:spcBef>
                <a:spcPts val="0"/>
              </a:spcBef>
            </a:pPr>
            <a:r>
              <a:rPr lang="en" sz="2400" b="1"/>
              <a:t>current W:</a:t>
            </a:r>
          </a:p>
          <a:p>
            <a:pPr>
              <a:spcBef>
                <a:spcPts val="0"/>
              </a:spcBef>
            </a:pPr>
            <a:endParaRPr sz="2400" b="1"/>
          </a:p>
          <a:p>
            <a:pPr>
              <a:spcBef>
                <a:spcPts val="0"/>
              </a:spcBef>
            </a:pPr>
            <a:r>
              <a:rPr lang="en" sz="2400"/>
              <a:t>[0.34,</a:t>
            </a:r>
          </a:p>
          <a:p>
            <a:pPr>
              <a:spcBef>
                <a:spcPts val="0"/>
              </a:spcBef>
            </a:pPr>
            <a:r>
              <a:rPr lang="en" sz="2400"/>
              <a:t>-1.11,</a:t>
            </a:r>
          </a:p>
          <a:p>
            <a:pPr>
              <a:spcBef>
                <a:spcPts val="0"/>
              </a:spcBef>
            </a:pPr>
            <a:r>
              <a:rPr lang="en" sz="2400"/>
              <a:t>0.78,</a:t>
            </a:r>
          </a:p>
          <a:p>
            <a:pPr>
              <a:spcBef>
                <a:spcPts val="0"/>
              </a:spcBef>
            </a:pPr>
            <a:r>
              <a:rPr lang="en" sz="2400"/>
              <a:t>0.12,</a:t>
            </a:r>
          </a:p>
          <a:p>
            <a:pPr>
              <a:spcBef>
                <a:spcPts val="0"/>
              </a:spcBef>
            </a:pPr>
            <a:r>
              <a:rPr lang="en" sz="2400"/>
              <a:t>0.55,</a:t>
            </a:r>
          </a:p>
          <a:p>
            <a:pPr>
              <a:spcBef>
                <a:spcPts val="0"/>
              </a:spcBef>
            </a:pPr>
            <a:r>
              <a:rPr lang="en" sz="2400"/>
              <a:t>2.81,</a:t>
            </a:r>
          </a:p>
          <a:p>
            <a:pPr>
              <a:spcBef>
                <a:spcPts val="0"/>
              </a:spcBef>
            </a:pPr>
            <a:r>
              <a:rPr lang="en" sz="2400"/>
              <a:t>-3.1,</a:t>
            </a:r>
          </a:p>
          <a:p>
            <a:pPr>
              <a:spcBef>
                <a:spcPts val="0"/>
              </a:spcBef>
            </a:pPr>
            <a:r>
              <a:rPr lang="en" sz="2400"/>
              <a:t>-1.5,</a:t>
            </a:r>
          </a:p>
          <a:p>
            <a:pPr>
              <a:spcBef>
                <a:spcPts val="0"/>
              </a:spcBef>
            </a:pPr>
            <a:r>
              <a:rPr lang="en" sz="2400"/>
              <a:t>0.33,…] </a:t>
            </a:r>
          </a:p>
          <a:p>
            <a:pPr>
              <a:spcBef>
                <a:spcPts val="0"/>
              </a:spcBef>
            </a:pPr>
            <a:r>
              <a:rPr lang="en" sz="2400" b="1">
                <a:solidFill>
                  <a:srgbClr val="FF0000"/>
                </a:solidFill>
              </a:rPr>
              <a:t>loss 1.25347</a:t>
            </a:r>
          </a:p>
        </p:txBody>
      </p:sp>
      <p:cxnSp>
        <p:nvCxnSpPr>
          <p:cNvPr id="952" name="Shape 952"/>
          <p:cNvCxnSpPr/>
          <p:nvPr/>
        </p:nvCxnSpPr>
        <p:spPr>
          <a:xfrm>
            <a:off x="2326800" y="921101"/>
            <a:ext cx="0" cy="4398299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lg" len="lg"/>
            <a:tailEnd type="none" w="lg" len="lg"/>
          </a:ln>
        </p:spPr>
      </p:cxnSp>
      <p:sp>
        <p:nvSpPr>
          <p:cNvPr id="953" name="Shape 953"/>
          <p:cNvSpPr txBox="1"/>
          <p:nvPr/>
        </p:nvSpPr>
        <p:spPr>
          <a:xfrm>
            <a:off x="6503301" y="942375"/>
            <a:ext cx="2355299" cy="393600"/>
          </a:xfrm>
          <a:prstGeom prst="rect">
            <a:avLst/>
          </a:prstGeom>
          <a:noFill/>
          <a:ln>
            <a:noFill/>
          </a:ln>
        </p:spPr>
        <p:txBody>
          <a:bodyPr lIns="91425" tIns="91425" rIns="91425" bIns="91425" anchor="t" anchorCtr="0">
            <a:noAutofit/>
          </a:bodyPr>
          <a:lstStyle/>
          <a:p>
            <a:pPr>
              <a:spcBef>
                <a:spcPts val="0"/>
              </a:spcBef>
            </a:pPr>
            <a:r>
              <a:rPr lang="en" sz="2400" b="1">
                <a:solidFill>
                  <a:srgbClr val="0000FF"/>
                </a:solidFill>
              </a:rPr>
              <a:t>gradient dW:</a:t>
            </a:r>
          </a:p>
          <a:p>
            <a:pPr>
              <a:spcBef>
                <a:spcPts val="0"/>
              </a:spcBef>
            </a:pPr>
            <a:endParaRPr sz="2400" b="1">
              <a:solidFill>
                <a:srgbClr val="0000FF"/>
              </a:solidFill>
            </a:endParaRPr>
          </a:p>
          <a:p>
            <a:pPr>
              <a:spcBef>
                <a:spcPts val="0"/>
              </a:spcBef>
            </a:pPr>
            <a:r>
              <a:rPr lang="en" sz="2400">
                <a:solidFill>
                  <a:srgbClr val="0000FF"/>
                </a:solidFill>
              </a:rPr>
              <a:t>[?,</a:t>
            </a:r>
          </a:p>
          <a:p>
            <a:pPr>
              <a:spcBef>
                <a:spcPts val="0"/>
              </a:spcBef>
            </a:pPr>
            <a:r>
              <a:rPr lang="en" sz="2400">
                <a:solidFill>
                  <a:srgbClr val="0000FF"/>
                </a:solidFill>
              </a:rPr>
              <a:t>?,</a:t>
            </a:r>
          </a:p>
          <a:p>
            <a:pPr>
              <a:spcBef>
                <a:spcPts val="0"/>
              </a:spcBef>
            </a:pPr>
            <a:r>
              <a:rPr lang="en" sz="2400">
                <a:solidFill>
                  <a:srgbClr val="0000FF"/>
                </a:solidFill>
              </a:rPr>
              <a:t>?,</a:t>
            </a:r>
          </a:p>
          <a:p>
            <a:pPr>
              <a:spcBef>
                <a:spcPts val="0"/>
              </a:spcBef>
            </a:pPr>
            <a:r>
              <a:rPr lang="en" sz="2400">
                <a:solidFill>
                  <a:srgbClr val="0000FF"/>
                </a:solidFill>
              </a:rPr>
              <a:t>?,</a:t>
            </a:r>
          </a:p>
          <a:p>
            <a:pPr>
              <a:spcBef>
                <a:spcPts val="0"/>
              </a:spcBef>
            </a:pPr>
            <a:r>
              <a:rPr lang="en" sz="2400">
                <a:solidFill>
                  <a:srgbClr val="0000FF"/>
                </a:solidFill>
              </a:rPr>
              <a:t>?,</a:t>
            </a:r>
          </a:p>
          <a:p>
            <a:pPr>
              <a:spcBef>
                <a:spcPts val="0"/>
              </a:spcBef>
            </a:pPr>
            <a:r>
              <a:rPr lang="en" sz="2400">
                <a:solidFill>
                  <a:srgbClr val="0000FF"/>
                </a:solidFill>
              </a:rPr>
              <a:t>?,</a:t>
            </a:r>
          </a:p>
          <a:p>
            <a:pPr>
              <a:spcBef>
                <a:spcPts val="0"/>
              </a:spcBef>
            </a:pPr>
            <a:r>
              <a:rPr lang="en" sz="2400">
                <a:solidFill>
                  <a:srgbClr val="0000FF"/>
                </a:solidFill>
              </a:rPr>
              <a:t>?,</a:t>
            </a:r>
          </a:p>
          <a:p>
            <a:pPr>
              <a:spcBef>
                <a:spcPts val="0"/>
              </a:spcBef>
            </a:pPr>
            <a:r>
              <a:rPr lang="en" sz="2400">
                <a:solidFill>
                  <a:srgbClr val="0000FF"/>
                </a:solidFill>
              </a:rPr>
              <a:t>?,</a:t>
            </a:r>
          </a:p>
          <a:p>
            <a:pPr>
              <a:spcBef>
                <a:spcPts val="0"/>
              </a:spcBef>
            </a:pPr>
            <a:r>
              <a:rPr lang="en" sz="2400">
                <a:solidFill>
                  <a:srgbClr val="0000FF"/>
                </a:solidFill>
              </a:rPr>
              <a:t>?,…]</a:t>
            </a:r>
          </a:p>
        </p:txBody>
      </p:sp>
      <p:cxnSp>
        <p:nvCxnSpPr>
          <p:cNvPr id="6" name="Shape 1001">
            <a:extLst>
              <a:ext uri="{FF2B5EF4-FFF2-40B4-BE49-F238E27FC236}">
                <a16:creationId xmlns:a16="http://schemas.microsoft.com/office/drawing/2014/main" id="{7254A79C-ADD0-EC41-89B6-4F4D4A2B4A94}"/>
              </a:ext>
            </a:extLst>
          </p:cNvPr>
          <p:cNvCxnSpPr/>
          <p:nvPr/>
        </p:nvCxnSpPr>
        <p:spPr>
          <a:xfrm>
            <a:off x="5562600" y="942376"/>
            <a:ext cx="0" cy="4426499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lg" len="lg"/>
            <a:tailEnd type="none" w="lg" len="lg"/>
          </a:ln>
        </p:spPr>
      </p:cxnSp>
    </p:spTree>
    <p:extLst>
      <p:ext uri="{BB962C8B-B14F-4D97-AF65-F5344CB8AC3E}">
        <p14:creationId xmlns:p14="http://schemas.microsoft.com/office/powerpoint/2010/main" val="3932760080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0" name="Shape 960"/>
          <p:cNvSpPr txBox="1"/>
          <p:nvPr/>
        </p:nvSpPr>
        <p:spPr>
          <a:xfrm>
            <a:off x="197026" y="894550"/>
            <a:ext cx="2355299" cy="393600"/>
          </a:xfrm>
          <a:prstGeom prst="rect">
            <a:avLst/>
          </a:prstGeom>
          <a:noFill/>
          <a:ln>
            <a:noFill/>
          </a:ln>
        </p:spPr>
        <p:txBody>
          <a:bodyPr lIns="91425" tIns="91425" rIns="91425" bIns="91425" anchor="t" anchorCtr="0">
            <a:noAutofit/>
          </a:bodyPr>
          <a:lstStyle/>
          <a:p>
            <a:pPr>
              <a:spcBef>
                <a:spcPts val="0"/>
              </a:spcBef>
            </a:pPr>
            <a:r>
              <a:rPr lang="en" sz="2400" b="1"/>
              <a:t>current W:</a:t>
            </a:r>
          </a:p>
          <a:p>
            <a:pPr>
              <a:spcBef>
                <a:spcPts val="0"/>
              </a:spcBef>
            </a:pPr>
            <a:endParaRPr sz="2400" b="1"/>
          </a:p>
          <a:p>
            <a:pPr>
              <a:spcBef>
                <a:spcPts val="0"/>
              </a:spcBef>
            </a:pPr>
            <a:r>
              <a:rPr lang="en" sz="2400"/>
              <a:t>[0.34,</a:t>
            </a:r>
          </a:p>
          <a:p>
            <a:pPr>
              <a:spcBef>
                <a:spcPts val="0"/>
              </a:spcBef>
            </a:pPr>
            <a:r>
              <a:rPr lang="en" sz="2400"/>
              <a:t>-1.11,</a:t>
            </a:r>
          </a:p>
          <a:p>
            <a:pPr>
              <a:spcBef>
                <a:spcPts val="0"/>
              </a:spcBef>
            </a:pPr>
            <a:r>
              <a:rPr lang="en" sz="2400"/>
              <a:t>0.78,</a:t>
            </a:r>
          </a:p>
          <a:p>
            <a:pPr>
              <a:spcBef>
                <a:spcPts val="0"/>
              </a:spcBef>
            </a:pPr>
            <a:r>
              <a:rPr lang="en" sz="2400"/>
              <a:t>0.12,</a:t>
            </a:r>
          </a:p>
          <a:p>
            <a:pPr>
              <a:spcBef>
                <a:spcPts val="0"/>
              </a:spcBef>
            </a:pPr>
            <a:r>
              <a:rPr lang="en" sz="2400"/>
              <a:t>0.55,</a:t>
            </a:r>
          </a:p>
          <a:p>
            <a:pPr>
              <a:spcBef>
                <a:spcPts val="0"/>
              </a:spcBef>
            </a:pPr>
            <a:r>
              <a:rPr lang="en" sz="2400"/>
              <a:t>2.81,</a:t>
            </a:r>
          </a:p>
          <a:p>
            <a:pPr>
              <a:spcBef>
                <a:spcPts val="0"/>
              </a:spcBef>
            </a:pPr>
            <a:r>
              <a:rPr lang="en" sz="2400"/>
              <a:t>-3.1,</a:t>
            </a:r>
          </a:p>
          <a:p>
            <a:pPr>
              <a:spcBef>
                <a:spcPts val="0"/>
              </a:spcBef>
            </a:pPr>
            <a:r>
              <a:rPr lang="en" sz="2400"/>
              <a:t>-1.5,</a:t>
            </a:r>
          </a:p>
          <a:p>
            <a:pPr>
              <a:spcBef>
                <a:spcPts val="0"/>
              </a:spcBef>
            </a:pPr>
            <a:r>
              <a:rPr lang="en" sz="2400"/>
              <a:t>0.33,…] </a:t>
            </a:r>
          </a:p>
          <a:p>
            <a:pPr>
              <a:spcBef>
                <a:spcPts val="0"/>
              </a:spcBef>
            </a:pPr>
            <a:r>
              <a:rPr lang="en" sz="2400" b="1">
                <a:solidFill>
                  <a:srgbClr val="FF0000"/>
                </a:solidFill>
              </a:rPr>
              <a:t>loss 1.25347</a:t>
            </a:r>
          </a:p>
        </p:txBody>
      </p:sp>
      <p:cxnSp>
        <p:nvCxnSpPr>
          <p:cNvPr id="961" name="Shape 961"/>
          <p:cNvCxnSpPr/>
          <p:nvPr/>
        </p:nvCxnSpPr>
        <p:spPr>
          <a:xfrm>
            <a:off x="2326800" y="921101"/>
            <a:ext cx="0" cy="4398299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lg" len="lg"/>
            <a:tailEnd type="none" w="lg" len="lg"/>
          </a:ln>
        </p:spPr>
      </p:cxnSp>
      <p:sp>
        <p:nvSpPr>
          <p:cNvPr id="962" name="Shape 962"/>
          <p:cNvSpPr txBox="1"/>
          <p:nvPr/>
        </p:nvSpPr>
        <p:spPr>
          <a:xfrm>
            <a:off x="2711625" y="894550"/>
            <a:ext cx="3394500" cy="393600"/>
          </a:xfrm>
          <a:prstGeom prst="rect">
            <a:avLst/>
          </a:prstGeom>
          <a:noFill/>
          <a:ln>
            <a:noFill/>
          </a:ln>
        </p:spPr>
        <p:txBody>
          <a:bodyPr lIns="91425" tIns="91425" rIns="91425" bIns="91425" anchor="t" anchorCtr="0">
            <a:noAutofit/>
          </a:bodyPr>
          <a:lstStyle/>
          <a:p>
            <a:pPr>
              <a:spcBef>
                <a:spcPts val="0"/>
              </a:spcBef>
            </a:pPr>
            <a:r>
              <a:rPr lang="en" sz="2400" b="1"/>
              <a:t>W + h </a:t>
            </a:r>
            <a:r>
              <a:rPr lang="en" sz="2400"/>
              <a:t>(first dim)</a:t>
            </a:r>
            <a:r>
              <a:rPr lang="en" sz="2400" b="1"/>
              <a:t>:</a:t>
            </a:r>
          </a:p>
          <a:p>
            <a:pPr>
              <a:spcBef>
                <a:spcPts val="0"/>
              </a:spcBef>
            </a:pPr>
            <a:endParaRPr sz="2400" b="1"/>
          </a:p>
          <a:p>
            <a:pPr>
              <a:spcBef>
                <a:spcPts val="0"/>
              </a:spcBef>
            </a:pPr>
            <a:r>
              <a:rPr lang="en" sz="2400"/>
              <a:t>[0.34 + </a:t>
            </a:r>
            <a:r>
              <a:rPr lang="en" sz="2400" b="1"/>
              <a:t>0.0001</a:t>
            </a:r>
            <a:r>
              <a:rPr lang="en" sz="2400"/>
              <a:t>,</a:t>
            </a:r>
          </a:p>
          <a:p>
            <a:pPr>
              <a:spcBef>
                <a:spcPts val="0"/>
              </a:spcBef>
            </a:pPr>
            <a:r>
              <a:rPr lang="en" sz="2400"/>
              <a:t>-1.11,</a:t>
            </a:r>
          </a:p>
          <a:p>
            <a:pPr>
              <a:spcBef>
                <a:spcPts val="0"/>
              </a:spcBef>
            </a:pPr>
            <a:r>
              <a:rPr lang="en" sz="2400"/>
              <a:t>0.78,</a:t>
            </a:r>
          </a:p>
          <a:p>
            <a:pPr>
              <a:spcBef>
                <a:spcPts val="0"/>
              </a:spcBef>
            </a:pPr>
            <a:r>
              <a:rPr lang="en" sz="2400"/>
              <a:t>0.12,</a:t>
            </a:r>
          </a:p>
          <a:p>
            <a:pPr>
              <a:spcBef>
                <a:spcPts val="0"/>
              </a:spcBef>
            </a:pPr>
            <a:r>
              <a:rPr lang="en" sz="2400"/>
              <a:t>0.55,</a:t>
            </a:r>
          </a:p>
          <a:p>
            <a:pPr>
              <a:spcBef>
                <a:spcPts val="0"/>
              </a:spcBef>
            </a:pPr>
            <a:r>
              <a:rPr lang="en" sz="2400"/>
              <a:t>2.81,</a:t>
            </a:r>
          </a:p>
          <a:p>
            <a:pPr>
              <a:spcBef>
                <a:spcPts val="0"/>
              </a:spcBef>
            </a:pPr>
            <a:r>
              <a:rPr lang="en" sz="2400"/>
              <a:t>-3.1,</a:t>
            </a:r>
          </a:p>
          <a:p>
            <a:pPr>
              <a:spcBef>
                <a:spcPts val="0"/>
              </a:spcBef>
            </a:pPr>
            <a:r>
              <a:rPr lang="en" sz="2400"/>
              <a:t>-1.5,</a:t>
            </a:r>
          </a:p>
          <a:p>
            <a:pPr>
              <a:spcBef>
                <a:spcPts val="0"/>
              </a:spcBef>
            </a:pPr>
            <a:r>
              <a:rPr lang="en" sz="2400"/>
              <a:t>0.33,…] </a:t>
            </a:r>
          </a:p>
          <a:p>
            <a:pPr>
              <a:spcBef>
                <a:spcPts val="0"/>
              </a:spcBef>
            </a:pPr>
            <a:r>
              <a:rPr lang="en" sz="2400" b="1">
                <a:solidFill>
                  <a:srgbClr val="FF0000"/>
                </a:solidFill>
              </a:rPr>
              <a:t>loss 1.25322</a:t>
            </a:r>
          </a:p>
        </p:txBody>
      </p:sp>
      <p:sp>
        <p:nvSpPr>
          <p:cNvPr id="964" name="Shape 964"/>
          <p:cNvSpPr txBox="1"/>
          <p:nvPr/>
        </p:nvSpPr>
        <p:spPr>
          <a:xfrm>
            <a:off x="6503301" y="942375"/>
            <a:ext cx="2355299" cy="393600"/>
          </a:xfrm>
          <a:prstGeom prst="rect">
            <a:avLst/>
          </a:prstGeom>
          <a:noFill/>
          <a:ln>
            <a:noFill/>
          </a:ln>
        </p:spPr>
        <p:txBody>
          <a:bodyPr lIns="91425" tIns="91425" rIns="91425" bIns="91425" anchor="t" anchorCtr="0">
            <a:noAutofit/>
          </a:bodyPr>
          <a:lstStyle/>
          <a:p>
            <a:pPr>
              <a:spcBef>
                <a:spcPts val="0"/>
              </a:spcBef>
            </a:pPr>
            <a:r>
              <a:rPr lang="en" sz="2400" b="1">
                <a:solidFill>
                  <a:srgbClr val="0000FF"/>
                </a:solidFill>
              </a:rPr>
              <a:t>gradient dW:</a:t>
            </a:r>
          </a:p>
          <a:p>
            <a:pPr>
              <a:spcBef>
                <a:spcPts val="0"/>
              </a:spcBef>
            </a:pPr>
            <a:endParaRPr sz="2400" b="1">
              <a:solidFill>
                <a:srgbClr val="0000FF"/>
              </a:solidFill>
            </a:endParaRPr>
          </a:p>
          <a:p>
            <a:pPr>
              <a:spcBef>
                <a:spcPts val="0"/>
              </a:spcBef>
            </a:pPr>
            <a:r>
              <a:rPr lang="en" sz="2400">
                <a:solidFill>
                  <a:srgbClr val="0000FF"/>
                </a:solidFill>
              </a:rPr>
              <a:t>[?,</a:t>
            </a:r>
          </a:p>
          <a:p>
            <a:pPr>
              <a:spcBef>
                <a:spcPts val="0"/>
              </a:spcBef>
            </a:pPr>
            <a:r>
              <a:rPr lang="en" sz="2400">
                <a:solidFill>
                  <a:srgbClr val="0000FF"/>
                </a:solidFill>
              </a:rPr>
              <a:t>?,</a:t>
            </a:r>
          </a:p>
          <a:p>
            <a:pPr>
              <a:spcBef>
                <a:spcPts val="0"/>
              </a:spcBef>
            </a:pPr>
            <a:r>
              <a:rPr lang="en" sz="2400">
                <a:solidFill>
                  <a:srgbClr val="0000FF"/>
                </a:solidFill>
              </a:rPr>
              <a:t>?,</a:t>
            </a:r>
          </a:p>
          <a:p>
            <a:pPr>
              <a:spcBef>
                <a:spcPts val="0"/>
              </a:spcBef>
            </a:pPr>
            <a:r>
              <a:rPr lang="en" sz="2400">
                <a:solidFill>
                  <a:srgbClr val="0000FF"/>
                </a:solidFill>
              </a:rPr>
              <a:t>?,</a:t>
            </a:r>
          </a:p>
          <a:p>
            <a:pPr>
              <a:spcBef>
                <a:spcPts val="0"/>
              </a:spcBef>
            </a:pPr>
            <a:r>
              <a:rPr lang="en" sz="2400">
                <a:solidFill>
                  <a:srgbClr val="0000FF"/>
                </a:solidFill>
              </a:rPr>
              <a:t>?,</a:t>
            </a:r>
          </a:p>
          <a:p>
            <a:pPr>
              <a:spcBef>
                <a:spcPts val="0"/>
              </a:spcBef>
            </a:pPr>
            <a:r>
              <a:rPr lang="en" sz="2400">
                <a:solidFill>
                  <a:srgbClr val="0000FF"/>
                </a:solidFill>
              </a:rPr>
              <a:t>?,</a:t>
            </a:r>
          </a:p>
          <a:p>
            <a:pPr>
              <a:spcBef>
                <a:spcPts val="0"/>
              </a:spcBef>
            </a:pPr>
            <a:r>
              <a:rPr lang="en" sz="2400">
                <a:solidFill>
                  <a:srgbClr val="0000FF"/>
                </a:solidFill>
              </a:rPr>
              <a:t>?,</a:t>
            </a:r>
          </a:p>
          <a:p>
            <a:pPr>
              <a:spcBef>
                <a:spcPts val="0"/>
              </a:spcBef>
            </a:pPr>
            <a:r>
              <a:rPr lang="en" sz="2400">
                <a:solidFill>
                  <a:srgbClr val="0000FF"/>
                </a:solidFill>
              </a:rPr>
              <a:t>?,</a:t>
            </a:r>
          </a:p>
          <a:p>
            <a:pPr>
              <a:spcBef>
                <a:spcPts val="0"/>
              </a:spcBef>
            </a:pPr>
            <a:r>
              <a:rPr lang="en" sz="2400">
                <a:solidFill>
                  <a:srgbClr val="0000FF"/>
                </a:solidFill>
              </a:rPr>
              <a:t>?,…]</a:t>
            </a:r>
          </a:p>
        </p:txBody>
      </p:sp>
      <p:cxnSp>
        <p:nvCxnSpPr>
          <p:cNvPr id="7" name="Shape 1001">
            <a:extLst>
              <a:ext uri="{FF2B5EF4-FFF2-40B4-BE49-F238E27FC236}">
                <a16:creationId xmlns:a16="http://schemas.microsoft.com/office/drawing/2014/main" id="{61C0673B-B2D1-4D4C-865C-72651914175D}"/>
              </a:ext>
            </a:extLst>
          </p:cNvPr>
          <p:cNvCxnSpPr/>
          <p:nvPr/>
        </p:nvCxnSpPr>
        <p:spPr>
          <a:xfrm>
            <a:off x="5562600" y="942376"/>
            <a:ext cx="0" cy="4426499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lg" len="lg"/>
            <a:tailEnd type="none" w="lg" len="lg"/>
          </a:ln>
        </p:spPr>
      </p:cxnSp>
    </p:spTree>
    <p:extLst>
      <p:ext uri="{BB962C8B-B14F-4D97-AF65-F5344CB8AC3E}">
        <p14:creationId xmlns:p14="http://schemas.microsoft.com/office/powerpoint/2010/main" val="1723014482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0" name="Shape 970"/>
          <p:cNvSpPr txBox="1"/>
          <p:nvPr/>
        </p:nvSpPr>
        <p:spPr>
          <a:xfrm>
            <a:off x="6503301" y="942375"/>
            <a:ext cx="2355299" cy="393600"/>
          </a:xfrm>
          <a:prstGeom prst="rect">
            <a:avLst/>
          </a:prstGeom>
          <a:noFill/>
          <a:ln>
            <a:noFill/>
          </a:ln>
        </p:spPr>
        <p:txBody>
          <a:bodyPr lIns="91425" tIns="91425" rIns="91425" bIns="91425" anchor="t" anchorCtr="0">
            <a:noAutofit/>
          </a:bodyPr>
          <a:lstStyle/>
          <a:p>
            <a:pPr>
              <a:spcBef>
                <a:spcPts val="0"/>
              </a:spcBef>
            </a:pPr>
            <a:r>
              <a:rPr lang="en" sz="2400" b="1">
                <a:solidFill>
                  <a:srgbClr val="0000FF"/>
                </a:solidFill>
              </a:rPr>
              <a:t>gradient dW:</a:t>
            </a:r>
          </a:p>
          <a:p>
            <a:pPr>
              <a:spcBef>
                <a:spcPts val="0"/>
              </a:spcBef>
            </a:pPr>
            <a:endParaRPr sz="2400" b="1">
              <a:solidFill>
                <a:srgbClr val="0000FF"/>
              </a:solidFill>
            </a:endParaRPr>
          </a:p>
          <a:p>
            <a:pPr>
              <a:spcBef>
                <a:spcPts val="0"/>
              </a:spcBef>
            </a:pPr>
            <a:r>
              <a:rPr lang="en" sz="2400">
                <a:solidFill>
                  <a:srgbClr val="0000FF"/>
                </a:solidFill>
              </a:rPr>
              <a:t>[</a:t>
            </a:r>
            <a:r>
              <a:rPr lang="en" sz="2400" b="1">
                <a:solidFill>
                  <a:srgbClr val="38761D"/>
                </a:solidFill>
              </a:rPr>
              <a:t>-2.5</a:t>
            </a:r>
            <a:r>
              <a:rPr lang="en" sz="2400">
                <a:solidFill>
                  <a:srgbClr val="0000FF"/>
                </a:solidFill>
              </a:rPr>
              <a:t>,</a:t>
            </a:r>
          </a:p>
          <a:p>
            <a:pPr>
              <a:spcBef>
                <a:spcPts val="0"/>
              </a:spcBef>
            </a:pPr>
            <a:r>
              <a:rPr lang="en" sz="2400">
                <a:solidFill>
                  <a:srgbClr val="0000FF"/>
                </a:solidFill>
              </a:rPr>
              <a:t>?,</a:t>
            </a:r>
          </a:p>
          <a:p>
            <a:pPr>
              <a:spcBef>
                <a:spcPts val="0"/>
              </a:spcBef>
            </a:pPr>
            <a:r>
              <a:rPr lang="en" sz="2400">
                <a:solidFill>
                  <a:srgbClr val="0000FF"/>
                </a:solidFill>
              </a:rPr>
              <a:t>?,</a:t>
            </a:r>
          </a:p>
          <a:p>
            <a:pPr>
              <a:spcBef>
                <a:spcPts val="0"/>
              </a:spcBef>
            </a:pPr>
            <a:r>
              <a:rPr lang="en" sz="2400">
                <a:solidFill>
                  <a:srgbClr val="0000FF"/>
                </a:solidFill>
              </a:rPr>
              <a:t>?,</a:t>
            </a:r>
          </a:p>
          <a:p>
            <a:pPr>
              <a:spcBef>
                <a:spcPts val="0"/>
              </a:spcBef>
            </a:pPr>
            <a:r>
              <a:rPr lang="en" sz="2400">
                <a:solidFill>
                  <a:srgbClr val="0000FF"/>
                </a:solidFill>
              </a:rPr>
              <a:t>?,</a:t>
            </a:r>
          </a:p>
          <a:p>
            <a:pPr>
              <a:spcBef>
                <a:spcPts val="0"/>
              </a:spcBef>
            </a:pPr>
            <a:r>
              <a:rPr lang="en" sz="2400">
                <a:solidFill>
                  <a:srgbClr val="0000FF"/>
                </a:solidFill>
              </a:rPr>
              <a:t>?,</a:t>
            </a:r>
          </a:p>
          <a:p>
            <a:pPr>
              <a:spcBef>
                <a:spcPts val="0"/>
              </a:spcBef>
            </a:pPr>
            <a:r>
              <a:rPr lang="en" sz="2400">
                <a:solidFill>
                  <a:srgbClr val="0000FF"/>
                </a:solidFill>
              </a:rPr>
              <a:t>?,</a:t>
            </a:r>
          </a:p>
          <a:p>
            <a:pPr>
              <a:spcBef>
                <a:spcPts val="0"/>
              </a:spcBef>
            </a:pPr>
            <a:r>
              <a:rPr lang="en" sz="2400">
                <a:solidFill>
                  <a:srgbClr val="0000FF"/>
                </a:solidFill>
              </a:rPr>
              <a:t>?,</a:t>
            </a:r>
          </a:p>
          <a:p>
            <a:pPr>
              <a:spcBef>
                <a:spcPts val="0"/>
              </a:spcBef>
            </a:pPr>
            <a:r>
              <a:rPr lang="en" sz="2400">
                <a:solidFill>
                  <a:srgbClr val="0000FF"/>
                </a:solidFill>
              </a:rPr>
              <a:t>?,…]</a:t>
            </a:r>
          </a:p>
        </p:txBody>
      </p:sp>
      <p:sp>
        <p:nvSpPr>
          <p:cNvPr id="971" name="Shape 971"/>
          <p:cNvSpPr/>
          <p:nvPr/>
        </p:nvSpPr>
        <p:spPr>
          <a:xfrm>
            <a:off x="5678650" y="2871900"/>
            <a:ext cx="3394500" cy="1489800"/>
          </a:xfrm>
          <a:prstGeom prst="rect">
            <a:avLst/>
          </a:prstGeom>
          <a:solidFill>
            <a:srgbClr val="FFFFFF"/>
          </a:solidFill>
          <a:ln w="9525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  <p:txBody>
          <a:bodyPr lIns="91425" tIns="91425" rIns="91425" bIns="91425" anchor="ctr" anchorCtr="0">
            <a:noAutofit/>
          </a:bodyPr>
          <a:lstStyle/>
          <a:p>
            <a:pPr>
              <a:spcBef>
                <a:spcPts val="0"/>
              </a:spcBef>
            </a:pPr>
            <a:endParaRPr/>
          </a:p>
        </p:txBody>
      </p:sp>
      <p:pic>
        <p:nvPicPr>
          <p:cNvPr id="972" name="Shape 972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6281401" y="3633901"/>
            <a:ext cx="2289975" cy="539525"/>
          </a:xfrm>
          <a:prstGeom prst="rect">
            <a:avLst/>
          </a:prstGeom>
          <a:noFill/>
          <a:ln w="19050" cap="flat" cmpd="sng">
            <a:solidFill>
              <a:srgbClr val="38761D"/>
            </a:solidFill>
            <a:prstDash val="solid"/>
            <a:round/>
            <a:headEnd type="none" w="med" len="med"/>
            <a:tailEnd type="none" w="med" len="med"/>
          </a:ln>
        </p:spPr>
      </p:pic>
      <p:sp>
        <p:nvSpPr>
          <p:cNvPr id="973" name="Shape 973"/>
          <p:cNvSpPr txBox="1"/>
          <p:nvPr/>
        </p:nvSpPr>
        <p:spPr>
          <a:xfrm>
            <a:off x="5678650" y="2860250"/>
            <a:ext cx="3394500" cy="627000"/>
          </a:xfrm>
          <a:prstGeom prst="rect">
            <a:avLst/>
          </a:prstGeom>
          <a:noFill/>
          <a:ln>
            <a:noFill/>
          </a:ln>
        </p:spPr>
        <p:txBody>
          <a:bodyPr lIns="91425" tIns="91425" rIns="91425" bIns="91425" anchor="t" anchorCtr="0">
            <a:noAutofit/>
          </a:bodyPr>
          <a:lstStyle/>
          <a:p>
            <a:pPr>
              <a:spcBef>
                <a:spcPts val="0"/>
              </a:spcBef>
            </a:pPr>
            <a:r>
              <a:rPr lang="en" sz="2000">
                <a:solidFill>
                  <a:srgbClr val="38761D"/>
                </a:solidFill>
              </a:rPr>
              <a:t>(</a:t>
            </a:r>
            <a:r>
              <a:rPr lang="en" sz="2000">
                <a:solidFill>
                  <a:srgbClr val="FF0000"/>
                </a:solidFill>
              </a:rPr>
              <a:t>1.25322</a:t>
            </a:r>
            <a:r>
              <a:rPr lang="en" sz="2000">
                <a:solidFill>
                  <a:srgbClr val="38761D"/>
                </a:solidFill>
              </a:rPr>
              <a:t> - </a:t>
            </a:r>
            <a:r>
              <a:rPr lang="en" sz="2000">
                <a:solidFill>
                  <a:srgbClr val="FF0000"/>
                </a:solidFill>
              </a:rPr>
              <a:t>1.25347</a:t>
            </a:r>
            <a:r>
              <a:rPr lang="en" sz="2000">
                <a:solidFill>
                  <a:srgbClr val="38761D"/>
                </a:solidFill>
              </a:rPr>
              <a:t>)/0.0001</a:t>
            </a:r>
          </a:p>
          <a:p>
            <a:pPr>
              <a:spcBef>
                <a:spcPts val="0"/>
              </a:spcBef>
            </a:pPr>
            <a:r>
              <a:rPr lang="en" sz="2000">
                <a:solidFill>
                  <a:srgbClr val="38761D"/>
                </a:solidFill>
              </a:rPr>
              <a:t>= -2.5</a:t>
            </a:r>
          </a:p>
        </p:txBody>
      </p:sp>
      <p:cxnSp>
        <p:nvCxnSpPr>
          <p:cNvPr id="974" name="Shape 974"/>
          <p:cNvCxnSpPr/>
          <p:nvPr/>
        </p:nvCxnSpPr>
        <p:spPr>
          <a:xfrm rot="10800000">
            <a:off x="7049201" y="2183749"/>
            <a:ext cx="707699" cy="67650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lg" len="lg"/>
            <a:tailEnd type="triangle" w="lg" len="lg"/>
          </a:ln>
        </p:spPr>
      </p:cxnSp>
      <p:sp>
        <p:nvSpPr>
          <p:cNvPr id="975" name="Shape 975"/>
          <p:cNvSpPr txBox="1"/>
          <p:nvPr/>
        </p:nvSpPr>
        <p:spPr>
          <a:xfrm>
            <a:off x="197026" y="894550"/>
            <a:ext cx="2355299" cy="393600"/>
          </a:xfrm>
          <a:prstGeom prst="rect">
            <a:avLst/>
          </a:prstGeom>
          <a:noFill/>
          <a:ln>
            <a:noFill/>
          </a:ln>
        </p:spPr>
        <p:txBody>
          <a:bodyPr lIns="91425" tIns="91425" rIns="91425" bIns="91425" anchor="t" anchorCtr="0">
            <a:noAutofit/>
          </a:bodyPr>
          <a:lstStyle/>
          <a:p>
            <a:pPr>
              <a:spcBef>
                <a:spcPts val="0"/>
              </a:spcBef>
            </a:pPr>
            <a:r>
              <a:rPr lang="en" sz="2400" b="1"/>
              <a:t>current W:</a:t>
            </a:r>
          </a:p>
          <a:p>
            <a:pPr>
              <a:spcBef>
                <a:spcPts val="0"/>
              </a:spcBef>
            </a:pPr>
            <a:endParaRPr sz="2400" b="1"/>
          </a:p>
          <a:p>
            <a:pPr>
              <a:spcBef>
                <a:spcPts val="0"/>
              </a:spcBef>
            </a:pPr>
            <a:r>
              <a:rPr lang="en" sz="2400"/>
              <a:t>[0.34,</a:t>
            </a:r>
          </a:p>
          <a:p>
            <a:pPr>
              <a:spcBef>
                <a:spcPts val="0"/>
              </a:spcBef>
            </a:pPr>
            <a:r>
              <a:rPr lang="en" sz="2400"/>
              <a:t>-1.11,</a:t>
            </a:r>
          </a:p>
          <a:p>
            <a:pPr>
              <a:spcBef>
                <a:spcPts val="0"/>
              </a:spcBef>
            </a:pPr>
            <a:r>
              <a:rPr lang="en" sz="2400"/>
              <a:t>0.78,</a:t>
            </a:r>
          </a:p>
          <a:p>
            <a:pPr>
              <a:spcBef>
                <a:spcPts val="0"/>
              </a:spcBef>
            </a:pPr>
            <a:r>
              <a:rPr lang="en" sz="2400"/>
              <a:t>0.12,</a:t>
            </a:r>
          </a:p>
          <a:p>
            <a:pPr>
              <a:spcBef>
                <a:spcPts val="0"/>
              </a:spcBef>
            </a:pPr>
            <a:r>
              <a:rPr lang="en" sz="2400"/>
              <a:t>0.55,</a:t>
            </a:r>
          </a:p>
          <a:p>
            <a:pPr>
              <a:spcBef>
                <a:spcPts val="0"/>
              </a:spcBef>
            </a:pPr>
            <a:r>
              <a:rPr lang="en" sz="2400"/>
              <a:t>2.81,</a:t>
            </a:r>
          </a:p>
          <a:p>
            <a:pPr>
              <a:spcBef>
                <a:spcPts val="0"/>
              </a:spcBef>
            </a:pPr>
            <a:r>
              <a:rPr lang="en" sz="2400"/>
              <a:t>-3.1,</a:t>
            </a:r>
          </a:p>
          <a:p>
            <a:pPr>
              <a:spcBef>
                <a:spcPts val="0"/>
              </a:spcBef>
            </a:pPr>
            <a:r>
              <a:rPr lang="en" sz="2400"/>
              <a:t>-1.5,</a:t>
            </a:r>
          </a:p>
          <a:p>
            <a:pPr>
              <a:spcBef>
                <a:spcPts val="0"/>
              </a:spcBef>
            </a:pPr>
            <a:r>
              <a:rPr lang="en" sz="2400"/>
              <a:t>0.33,…] </a:t>
            </a:r>
          </a:p>
          <a:p>
            <a:pPr>
              <a:spcBef>
                <a:spcPts val="0"/>
              </a:spcBef>
            </a:pPr>
            <a:r>
              <a:rPr lang="en" sz="2400" b="1">
                <a:solidFill>
                  <a:srgbClr val="FF0000"/>
                </a:solidFill>
              </a:rPr>
              <a:t>loss 1.25347</a:t>
            </a:r>
          </a:p>
        </p:txBody>
      </p:sp>
      <p:cxnSp>
        <p:nvCxnSpPr>
          <p:cNvPr id="976" name="Shape 976"/>
          <p:cNvCxnSpPr/>
          <p:nvPr/>
        </p:nvCxnSpPr>
        <p:spPr>
          <a:xfrm>
            <a:off x="2326800" y="921101"/>
            <a:ext cx="0" cy="4398299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lg" len="lg"/>
            <a:tailEnd type="none" w="lg" len="lg"/>
          </a:ln>
        </p:spPr>
      </p:cxnSp>
      <p:sp>
        <p:nvSpPr>
          <p:cNvPr id="977" name="Shape 977"/>
          <p:cNvSpPr txBox="1"/>
          <p:nvPr/>
        </p:nvSpPr>
        <p:spPr>
          <a:xfrm>
            <a:off x="2711625" y="894550"/>
            <a:ext cx="3394500" cy="393600"/>
          </a:xfrm>
          <a:prstGeom prst="rect">
            <a:avLst/>
          </a:prstGeom>
          <a:noFill/>
          <a:ln>
            <a:noFill/>
          </a:ln>
        </p:spPr>
        <p:txBody>
          <a:bodyPr lIns="91425" tIns="91425" rIns="91425" bIns="91425" anchor="t" anchorCtr="0">
            <a:noAutofit/>
          </a:bodyPr>
          <a:lstStyle/>
          <a:p>
            <a:pPr>
              <a:spcBef>
                <a:spcPts val="0"/>
              </a:spcBef>
            </a:pPr>
            <a:r>
              <a:rPr lang="en" sz="2400" b="1"/>
              <a:t>W + h </a:t>
            </a:r>
            <a:r>
              <a:rPr lang="en" sz="2400"/>
              <a:t>(first dim)</a:t>
            </a:r>
            <a:r>
              <a:rPr lang="en" sz="2400" b="1"/>
              <a:t>:</a:t>
            </a:r>
          </a:p>
          <a:p>
            <a:pPr>
              <a:spcBef>
                <a:spcPts val="0"/>
              </a:spcBef>
            </a:pPr>
            <a:endParaRPr sz="2400" b="1"/>
          </a:p>
          <a:p>
            <a:pPr>
              <a:spcBef>
                <a:spcPts val="0"/>
              </a:spcBef>
            </a:pPr>
            <a:r>
              <a:rPr lang="en" sz="2400"/>
              <a:t>[0.34 + </a:t>
            </a:r>
            <a:r>
              <a:rPr lang="en" sz="2400" b="1"/>
              <a:t>0.0001</a:t>
            </a:r>
            <a:r>
              <a:rPr lang="en" sz="2400"/>
              <a:t>,</a:t>
            </a:r>
          </a:p>
          <a:p>
            <a:pPr>
              <a:spcBef>
                <a:spcPts val="0"/>
              </a:spcBef>
            </a:pPr>
            <a:r>
              <a:rPr lang="en" sz="2400"/>
              <a:t>-1.11,</a:t>
            </a:r>
          </a:p>
          <a:p>
            <a:pPr>
              <a:spcBef>
                <a:spcPts val="0"/>
              </a:spcBef>
            </a:pPr>
            <a:r>
              <a:rPr lang="en" sz="2400"/>
              <a:t>0.78,</a:t>
            </a:r>
          </a:p>
          <a:p>
            <a:pPr>
              <a:spcBef>
                <a:spcPts val="0"/>
              </a:spcBef>
            </a:pPr>
            <a:r>
              <a:rPr lang="en" sz="2400"/>
              <a:t>0.12,</a:t>
            </a:r>
          </a:p>
          <a:p>
            <a:pPr>
              <a:spcBef>
                <a:spcPts val="0"/>
              </a:spcBef>
            </a:pPr>
            <a:r>
              <a:rPr lang="en" sz="2400"/>
              <a:t>0.55,</a:t>
            </a:r>
          </a:p>
          <a:p>
            <a:pPr>
              <a:spcBef>
                <a:spcPts val="0"/>
              </a:spcBef>
            </a:pPr>
            <a:r>
              <a:rPr lang="en" sz="2400"/>
              <a:t>2.81,</a:t>
            </a:r>
          </a:p>
          <a:p>
            <a:pPr>
              <a:spcBef>
                <a:spcPts val="0"/>
              </a:spcBef>
            </a:pPr>
            <a:r>
              <a:rPr lang="en" sz="2400"/>
              <a:t>-3.1,</a:t>
            </a:r>
          </a:p>
          <a:p>
            <a:pPr>
              <a:spcBef>
                <a:spcPts val="0"/>
              </a:spcBef>
            </a:pPr>
            <a:r>
              <a:rPr lang="en" sz="2400"/>
              <a:t>-1.5,</a:t>
            </a:r>
          </a:p>
          <a:p>
            <a:pPr>
              <a:spcBef>
                <a:spcPts val="0"/>
              </a:spcBef>
            </a:pPr>
            <a:r>
              <a:rPr lang="en" sz="2400"/>
              <a:t>0.33,…] </a:t>
            </a:r>
          </a:p>
          <a:p>
            <a:pPr>
              <a:spcBef>
                <a:spcPts val="0"/>
              </a:spcBef>
            </a:pPr>
            <a:r>
              <a:rPr lang="en" sz="2400" b="1">
                <a:solidFill>
                  <a:srgbClr val="FF0000"/>
                </a:solidFill>
              </a:rPr>
              <a:t>loss 1.25322</a:t>
            </a:r>
          </a:p>
        </p:txBody>
      </p:sp>
      <p:cxnSp>
        <p:nvCxnSpPr>
          <p:cNvPr id="11" name="Shape 1001">
            <a:extLst>
              <a:ext uri="{FF2B5EF4-FFF2-40B4-BE49-F238E27FC236}">
                <a16:creationId xmlns:a16="http://schemas.microsoft.com/office/drawing/2014/main" id="{B979E738-211E-C74B-A17E-27DA671FB8E1}"/>
              </a:ext>
            </a:extLst>
          </p:cNvPr>
          <p:cNvCxnSpPr/>
          <p:nvPr/>
        </p:nvCxnSpPr>
        <p:spPr>
          <a:xfrm>
            <a:off x="5562600" y="942376"/>
            <a:ext cx="0" cy="4426499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lg" len="lg"/>
            <a:tailEnd type="none" w="lg" len="lg"/>
          </a:ln>
        </p:spPr>
      </p:cxnSp>
    </p:spTree>
    <p:extLst>
      <p:ext uri="{BB962C8B-B14F-4D97-AF65-F5344CB8AC3E}">
        <p14:creationId xmlns:p14="http://schemas.microsoft.com/office/powerpoint/2010/main" val="2204077994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4" name="Shape 984"/>
          <p:cNvSpPr txBox="1"/>
          <p:nvPr/>
        </p:nvSpPr>
        <p:spPr>
          <a:xfrm>
            <a:off x="6503301" y="942375"/>
            <a:ext cx="2355299" cy="393600"/>
          </a:xfrm>
          <a:prstGeom prst="rect">
            <a:avLst/>
          </a:prstGeom>
          <a:noFill/>
          <a:ln>
            <a:noFill/>
          </a:ln>
        </p:spPr>
        <p:txBody>
          <a:bodyPr lIns="91425" tIns="91425" rIns="91425" bIns="91425" anchor="t" anchorCtr="0">
            <a:noAutofit/>
          </a:bodyPr>
          <a:lstStyle/>
          <a:p>
            <a:pPr>
              <a:spcBef>
                <a:spcPts val="0"/>
              </a:spcBef>
            </a:pPr>
            <a:r>
              <a:rPr lang="en" sz="2400" b="1">
                <a:solidFill>
                  <a:srgbClr val="0000FF"/>
                </a:solidFill>
              </a:rPr>
              <a:t>gradient dW:</a:t>
            </a:r>
          </a:p>
          <a:p>
            <a:pPr>
              <a:spcBef>
                <a:spcPts val="0"/>
              </a:spcBef>
            </a:pPr>
            <a:endParaRPr sz="2400" b="1">
              <a:solidFill>
                <a:srgbClr val="0000FF"/>
              </a:solidFill>
            </a:endParaRPr>
          </a:p>
          <a:p>
            <a:pPr>
              <a:spcBef>
                <a:spcPts val="0"/>
              </a:spcBef>
            </a:pPr>
            <a:r>
              <a:rPr lang="en" sz="2400">
                <a:solidFill>
                  <a:srgbClr val="0000FF"/>
                </a:solidFill>
              </a:rPr>
              <a:t>[-2.5,</a:t>
            </a:r>
          </a:p>
          <a:p>
            <a:pPr>
              <a:spcBef>
                <a:spcPts val="0"/>
              </a:spcBef>
            </a:pPr>
            <a:r>
              <a:rPr lang="en" sz="2400">
                <a:solidFill>
                  <a:srgbClr val="0000FF"/>
                </a:solidFill>
              </a:rPr>
              <a:t>?,</a:t>
            </a:r>
          </a:p>
          <a:p>
            <a:pPr>
              <a:spcBef>
                <a:spcPts val="0"/>
              </a:spcBef>
            </a:pPr>
            <a:r>
              <a:rPr lang="en" sz="2400">
                <a:solidFill>
                  <a:srgbClr val="0000FF"/>
                </a:solidFill>
              </a:rPr>
              <a:t>?,</a:t>
            </a:r>
          </a:p>
          <a:p>
            <a:pPr>
              <a:spcBef>
                <a:spcPts val="0"/>
              </a:spcBef>
            </a:pPr>
            <a:r>
              <a:rPr lang="en" sz="2400">
                <a:solidFill>
                  <a:srgbClr val="0000FF"/>
                </a:solidFill>
              </a:rPr>
              <a:t>?,</a:t>
            </a:r>
          </a:p>
          <a:p>
            <a:pPr>
              <a:spcBef>
                <a:spcPts val="0"/>
              </a:spcBef>
            </a:pPr>
            <a:r>
              <a:rPr lang="en" sz="2400">
                <a:solidFill>
                  <a:srgbClr val="0000FF"/>
                </a:solidFill>
              </a:rPr>
              <a:t>?,</a:t>
            </a:r>
          </a:p>
          <a:p>
            <a:pPr>
              <a:spcBef>
                <a:spcPts val="0"/>
              </a:spcBef>
            </a:pPr>
            <a:r>
              <a:rPr lang="en" sz="2400">
                <a:solidFill>
                  <a:srgbClr val="0000FF"/>
                </a:solidFill>
              </a:rPr>
              <a:t>?,</a:t>
            </a:r>
          </a:p>
          <a:p>
            <a:pPr>
              <a:spcBef>
                <a:spcPts val="0"/>
              </a:spcBef>
            </a:pPr>
            <a:r>
              <a:rPr lang="en" sz="2400">
                <a:solidFill>
                  <a:srgbClr val="0000FF"/>
                </a:solidFill>
              </a:rPr>
              <a:t>?,</a:t>
            </a:r>
          </a:p>
          <a:p>
            <a:pPr>
              <a:spcBef>
                <a:spcPts val="0"/>
              </a:spcBef>
            </a:pPr>
            <a:r>
              <a:rPr lang="en" sz="2400">
                <a:solidFill>
                  <a:srgbClr val="0000FF"/>
                </a:solidFill>
              </a:rPr>
              <a:t>?,</a:t>
            </a:r>
          </a:p>
          <a:p>
            <a:pPr>
              <a:spcBef>
                <a:spcPts val="0"/>
              </a:spcBef>
            </a:pPr>
            <a:r>
              <a:rPr lang="en" sz="2400">
                <a:solidFill>
                  <a:srgbClr val="0000FF"/>
                </a:solidFill>
              </a:rPr>
              <a:t>?,…]</a:t>
            </a:r>
          </a:p>
        </p:txBody>
      </p:sp>
      <p:sp>
        <p:nvSpPr>
          <p:cNvPr id="985" name="Shape 985"/>
          <p:cNvSpPr txBox="1"/>
          <p:nvPr/>
        </p:nvSpPr>
        <p:spPr>
          <a:xfrm>
            <a:off x="197026" y="894550"/>
            <a:ext cx="2355299" cy="393600"/>
          </a:xfrm>
          <a:prstGeom prst="rect">
            <a:avLst/>
          </a:prstGeom>
          <a:noFill/>
          <a:ln>
            <a:noFill/>
          </a:ln>
        </p:spPr>
        <p:txBody>
          <a:bodyPr lIns="91425" tIns="91425" rIns="91425" bIns="91425" anchor="t" anchorCtr="0">
            <a:noAutofit/>
          </a:bodyPr>
          <a:lstStyle/>
          <a:p>
            <a:pPr>
              <a:spcBef>
                <a:spcPts val="0"/>
              </a:spcBef>
            </a:pPr>
            <a:r>
              <a:rPr lang="en" sz="2400" b="1"/>
              <a:t>current W:</a:t>
            </a:r>
          </a:p>
          <a:p>
            <a:pPr>
              <a:spcBef>
                <a:spcPts val="0"/>
              </a:spcBef>
            </a:pPr>
            <a:endParaRPr sz="2400" b="1"/>
          </a:p>
          <a:p>
            <a:pPr>
              <a:spcBef>
                <a:spcPts val="0"/>
              </a:spcBef>
            </a:pPr>
            <a:r>
              <a:rPr lang="en" sz="2400"/>
              <a:t>[0.34,</a:t>
            </a:r>
          </a:p>
          <a:p>
            <a:pPr>
              <a:spcBef>
                <a:spcPts val="0"/>
              </a:spcBef>
            </a:pPr>
            <a:r>
              <a:rPr lang="en" sz="2400"/>
              <a:t>-1.11,</a:t>
            </a:r>
          </a:p>
          <a:p>
            <a:pPr>
              <a:spcBef>
                <a:spcPts val="0"/>
              </a:spcBef>
            </a:pPr>
            <a:r>
              <a:rPr lang="en" sz="2400"/>
              <a:t>0.78,</a:t>
            </a:r>
          </a:p>
          <a:p>
            <a:pPr>
              <a:spcBef>
                <a:spcPts val="0"/>
              </a:spcBef>
            </a:pPr>
            <a:r>
              <a:rPr lang="en" sz="2400"/>
              <a:t>0.12,</a:t>
            </a:r>
          </a:p>
          <a:p>
            <a:pPr>
              <a:spcBef>
                <a:spcPts val="0"/>
              </a:spcBef>
            </a:pPr>
            <a:r>
              <a:rPr lang="en" sz="2400"/>
              <a:t>0.55,</a:t>
            </a:r>
          </a:p>
          <a:p>
            <a:pPr>
              <a:spcBef>
                <a:spcPts val="0"/>
              </a:spcBef>
            </a:pPr>
            <a:r>
              <a:rPr lang="en" sz="2400"/>
              <a:t>2.81,</a:t>
            </a:r>
          </a:p>
          <a:p>
            <a:pPr>
              <a:spcBef>
                <a:spcPts val="0"/>
              </a:spcBef>
            </a:pPr>
            <a:r>
              <a:rPr lang="en" sz="2400"/>
              <a:t>-3.1,</a:t>
            </a:r>
          </a:p>
          <a:p>
            <a:pPr>
              <a:spcBef>
                <a:spcPts val="0"/>
              </a:spcBef>
            </a:pPr>
            <a:r>
              <a:rPr lang="en" sz="2400"/>
              <a:t>-1.5,</a:t>
            </a:r>
          </a:p>
          <a:p>
            <a:pPr>
              <a:spcBef>
                <a:spcPts val="0"/>
              </a:spcBef>
            </a:pPr>
            <a:r>
              <a:rPr lang="en" sz="2400"/>
              <a:t>0.33,…] </a:t>
            </a:r>
          </a:p>
          <a:p>
            <a:pPr>
              <a:spcBef>
                <a:spcPts val="0"/>
              </a:spcBef>
            </a:pPr>
            <a:r>
              <a:rPr lang="en" sz="2400" b="1">
                <a:solidFill>
                  <a:srgbClr val="FF0000"/>
                </a:solidFill>
              </a:rPr>
              <a:t>loss 1.25347</a:t>
            </a:r>
          </a:p>
        </p:txBody>
      </p:sp>
      <p:cxnSp>
        <p:nvCxnSpPr>
          <p:cNvPr id="986" name="Shape 986"/>
          <p:cNvCxnSpPr/>
          <p:nvPr/>
        </p:nvCxnSpPr>
        <p:spPr>
          <a:xfrm>
            <a:off x="2326800" y="921101"/>
            <a:ext cx="0" cy="4398299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lg" len="lg"/>
            <a:tailEnd type="none" w="lg" len="lg"/>
          </a:ln>
        </p:spPr>
      </p:cxnSp>
      <p:sp>
        <p:nvSpPr>
          <p:cNvPr id="987" name="Shape 987"/>
          <p:cNvSpPr txBox="1"/>
          <p:nvPr/>
        </p:nvSpPr>
        <p:spPr>
          <a:xfrm>
            <a:off x="2406825" y="894550"/>
            <a:ext cx="3394500" cy="393600"/>
          </a:xfrm>
          <a:prstGeom prst="rect">
            <a:avLst/>
          </a:prstGeom>
          <a:noFill/>
          <a:ln>
            <a:noFill/>
          </a:ln>
        </p:spPr>
        <p:txBody>
          <a:bodyPr lIns="91425" tIns="91425" rIns="91425" bIns="91425" anchor="t" anchorCtr="0">
            <a:noAutofit/>
          </a:bodyPr>
          <a:lstStyle/>
          <a:p>
            <a:pPr>
              <a:spcBef>
                <a:spcPts val="0"/>
              </a:spcBef>
            </a:pPr>
            <a:r>
              <a:rPr lang="en" sz="2400" b="1"/>
              <a:t>W + h </a:t>
            </a:r>
            <a:r>
              <a:rPr lang="en" sz="2400"/>
              <a:t>(second dim)</a:t>
            </a:r>
            <a:r>
              <a:rPr lang="en" sz="2400" b="1"/>
              <a:t>:</a:t>
            </a:r>
          </a:p>
          <a:p>
            <a:pPr>
              <a:spcBef>
                <a:spcPts val="0"/>
              </a:spcBef>
            </a:pPr>
            <a:endParaRPr sz="2400" b="1"/>
          </a:p>
          <a:p>
            <a:pPr>
              <a:spcBef>
                <a:spcPts val="0"/>
              </a:spcBef>
            </a:pPr>
            <a:r>
              <a:rPr lang="en" sz="2400"/>
              <a:t>[0.34,</a:t>
            </a:r>
          </a:p>
          <a:p>
            <a:pPr>
              <a:spcBef>
                <a:spcPts val="0"/>
              </a:spcBef>
            </a:pPr>
            <a:r>
              <a:rPr lang="en" sz="2400"/>
              <a:t>-1.11</a:t>
            </a:r>
            <a:r>
              <a:rPr lang="en" sz="2400">
                <a:solidFill>
                  <a:schemeClr val="dk1"/>
                </a:solidFill>
              </a:rPr>
              <a:t> + </a:t>
            </a:r>
            <a:r>
              <a:rPr lang="en" sz="2400" b="1">
                <a:solidFill>
                  <a:schemeClr val="dk1"/>
                </a:solidFill>
              </a:rPr>
              <a:t>0.0001</a:t>
            </a:r>
            <a:r>
              <a:rPr lang="en" sz="2400"/>
              <a:t>,</a:t>
            </a:r>
          </a:p>
          <a:p>
            <a:pPr>
              <a:spcBef>
                <a:spcPts val="0"/>
              </a:spcBef>
            </a:pPr>
            <a:r>
              <a:rPr lang="en" sz="2400"/>
              <a:t>0.78,</a:t>
            </a:r>
          </a:p>
          <a:p>
            <a:pPr>
              <a:spcBef>
                <a:spcPts val="0"/>
              </a:spcBef>
            </a:pPr>
            <a:r>
              <a:rPr lang="en" sz="2400"/>
              <a:t>0.12,</a:t>
            </a:r>
          </a:p>
          <a:p>
            <a:pPr>
              <a:spcBef>
                <a:spcPts val="0"/>
              </a:spcBef>
            </a:pPr>
            <a:r>
              <a:rPr lang="en" sz="2400"/>
              <a:t>0.55,</a:t>
            </a:r>
          </a:p>
          <a:p>
            <a:pPr>
              <a:spcBef>
                <a:spcPts val="0"/>
              </a:spcBef>
            </a:pPr>
            <a:r>
              <a:rPr lang="en" sz="2400"/>
              <a:t>2.81,</a:t>
            </a:r>
          </a:p>
          <a:p>
            <a:pPr>
              <a:spcBef>
                <a:spcPts val="0"/>
              </a:spcBef>
            </a:pPr>
            <a:r>
              <a:rPr lang="en" sz="2400"/>
              <a:t>-3.1,</a:t>
            </a:r>
          </a:p>
          <a:p>
            <a:pPr>
              <a:spcBef>
                <a:spcPts val="0"/>
              </a:spcBef>
            </a:pPr>
            <a:r>
              <a:rPr lang="en" sz="2400"/>
              <a:t>-1.5,</a:t>
            </a:r>
          </a:p>
          <a:p>
            <a:pPr>
              <a:spcBef>
                <a:spcPts val="0"/>
              </a:spcBef>
            </a:pPr>
            <a:r>
              <a:rPr lang="en" sz="2400"/>
              <a:t>0.33,…] </a:t>
            </a:r>
          </a:p>
          <a:p>
            <a:pPr>
              <a:spcBef>
                <a:spcPts val="0"/>
              </a:spcBef>
            </a:pPr>
            <a:r>
              <a:rPr lang="en" sz="2400" b="1">
                <a:solidFill>
                  <a:srgbClr val="FF0000"/>
                </a:solidFill>
              </a:rPr>
              <a:t>loss 1.25353</a:t>
            </a:r>
          </a:p>
        </p:txBody>
      </p:sp>
      <p:cxnSp>
        <p:nvCxnSpPr>
          <p:cNvPr id="7" name="Shape 1001">
            <a:extLst>
              <a:ext uri="{FF2B5EF4-FFF2-40B4-BE49-F238E27FC236}">
                <a16:creationId xmlns:a16="http://schemas.microsoft.com/office/drawing/2014/main" id="{67676A31-B532-6D43-9626-000BC6868677}"/>
              </a:ext>
            </a:extLst>
          </p:cNvPr>
          <p:cNvCxnSpPr/>
          <p:nvPr/>
        </p:nvCxnSpPr>
        <p:spPr>
          <a:xfrm>
            <a:off x="5562600" y="942376"/>
            <a:ext cx="0" cy="4426499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lg" len="lg"/>
            <a:tailEnd type="none" w="lg" len="lg"/>
          </a:ln>
        </p:spPr>
      </p:cxnSp>
    </p:spTree>
    <p:extLst>
      <p:ext uri="{BB962C8B-B14F-4D97-AF65-F5344CB8AC3E}">
        <p14:creationId xmlns:p14="http://schemas.microsoft.com/office/powerpoint/2010/main" val="2270627576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4" name="Shape 994"/>
          <p:cNvSpPr txBox="1"/>
          <p:nvPr/>
        </p:nvSpPr>
        <p:spPr>
          <a:xfrm>
            <a:off x="6503301" y="942375"/>
            <a:ext cx="2355299" cy="393600"/>
          </a:xfrm>
          <a:prstGeom prst="rect">
            <a:avLst/>
          </a:prstGeom>
          <a:noFill/>
          <a:ln>
            <a:noFill/>
          </a:ln>
        </p:spPr>
        <p:txBody>
          <a:bodyPr lIns="91425" tIns="91425" rIns="91425" bIns="91425" anchor="t" anchorCtr="0">
            <a:noAutofit/>
          </a:bodyPr>
          <a:lstStyle/>
          <a:p>
            <a:pPr>
              <a:spcBef>
                <a:spcPts val="0"/>
              </a:spcBef>
            </a:pPr>
            <a:r>
              <a:rPr lang="en" sz="2400" b="1">
                <a:solidFill>
                  <a:srgbClr val="0000FF"/>
                </a:solidFill>
              </a:rPr>
              <a:t>gradient dW:</a:t>
            </a:r>
          </a:p>
          <a:p>
            <a:pPr>
              <a:spcBef>
                <a:spcPts val="0"/>
              </a:spcBef>
            </a:pPr>
            <a:endParaRPr sz="2400" b="1">
              <a:solidFill>
                <a:srgbClr val="0000FF"/>
              </a:solidFill>
            </a:endParaRPr>
          </a:p>
          <a:p>
            <a:pPr>
              <a:spcBef>
                <a:spcPts val="0"/>
              </a:spcBef>
            </a:pPr>
            <a:r>
              <a:rPr lang="en" sz="2400">
                <a:solidFill>
                  <a:srgbClr val="0000FF"/>
                </a:solidFill>
              </a:rPr>
              <a:t>[-2.5,</a:t>
            </a:r>
          </a:p>
          <a:p>
            <a:pPr>
              <a:spcBef>
                <a:spcPts val="0"/>
              </a:spcBef>
            </a:pPr>
            <a:r>
              <a:rPr lang="en" sz="2400" b="1">
                <a:solidFill>
                  <a:srgbClr val="38761D"/>
                </a:solidFill>
              </a:rPr>
              <a:t>0.6</a:t>
            </a:r>
            <a:r>
              <a:rPr lang="en" sz="2400">
                <a:solidFill>
                  <a:srgbClr val="0000FF"/>
                </a:solidFill>
              </a:rPr>
              <a:t>,</a:t>
            </a:r>
          </a:p>
          <a:p>
            <a:pPr>
              <a:spcBef>
                <a:spcPts val="0"/>
              </a:spcBef>
            </a:pPr>
            <a:r>
              <a:rPr lang="en" sz="2400">
                <a:solidFill>
                  <a:srgbClr val="0000FF"/>
                </a:solidFill>
              </a:rPr>
              <a:t>?,</a:t>
            </a:r>
          </a:p>
          <a:p>
            <a:pPr>
              <a:spcBef>
                <a:spcPts val="0"/>
              </a:spcBef>
            </a:pPr>
            <a:r>
              <a:rPr lang="en" sz="2400">
                <a:solidFill>
                  <a:srgbClr val="0000FF"/>
                </a:solidFill>
              </a:rPr>
              <a:t>?,</a:t>
            </a:r>
          </a:p>
          <a:p>
            <a:pPr>
              <a:spcBef>
                <a:spcPts val="0"/>
              </a:spcBef>
            </a:pPr>
            <a:r>
              <a:rPr lang="en" sz="2400">
                <a:solidFill>
                  <a:srgbClr val="0000FF"/>
                </a:solidFill>
              </a:rPr>
              <a:t>?,</a:t>
            </a:r>
          </a:p>
          <a:p>
            <a:pPr>
              <a:spcBef>
                <a:spcPts val="0"/>
              </a:spcBef>
            </a:pPr>
            <a:r>
              <a:rPr lang="en" sz="2400">
                <a:solidFill>
                  <a:srgbClr val="0000FF"/>
                </a:solidFill>
              </a:rPr>
              <a:t>?,</a:t>
            </a:r>
          </a:p>
          <a:p>
            <a:pPr>
              <a:spcBef>
                <a:spcPts val="0"/>
              </a:spcBef>
            </a:pPr>
            <a:r>
              <a:rPr lang="en" sz="2400">
                <a:solidFill>
                  <a:srgbClr val="0000FF"/>
                </a:solidFill>
              </a:rPr>
              <a:t>?,</a:t>
            </a:r>
          </a:p>
          <a:p>
            <a:pPr>
              <a:spcBef>
                <a:spcPts val="0"/>
              </a:spcBef>
            </a:pPr>
            <a:r>
              <a:rPr lang="en" sz="2400">
                <a:solidFill>
                  <a:srgbClr val="0000FF"/>
                </a:solidFill>
              </a:rPr>
              <a:t>?,</a:t>
            </a:r>
          </a:p>
          <a:p>
            <a:pPr>
              <a:spcBef>
                <a:spcPts val="0"/>
              </a:spcBef>
            </a:pPr>
            <a:r>
              <a:rPr lang="en" sz="2400">
                <a:solidFill>
                  <a:srgbClr val="0000FF"/>
                </a:solidFill>
              </a:rPr>
              <a:t>?,…]</a:t>
            </a:r>
          </a:p>
        </p:txBody>
      </p:sp>
      <p:sp>
        <p:nvSpPr>
          <p:cNvPr id="995" name="Shape 995"/>
          <p:cNvSpPr/>
          <p:nvPr/>
        </p:nvSpPr>
        <p:spPr>
          <a:xfrm>
            <a:off x="5678650" y="3176700"/>
            <a:ext cx="3394500" cy="1489800"/>
          </a:xfrm>
          <a:prstGeom prst="rect">
            <a:avLst/>
          </a:prstGeom>
          <a:solidFill>
            <a:srgbClr val="FFFFFF"/>
          </a:solidFill>
          <a:ln w="9525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  <p:txBody>
          <a:bodyPr lIns="91425" tIns="91425" rIns="91425" bIns="91425" anchor="ctr" anchorCtr="0">
            <a:noAutofit/>
          </a:bodyPr>
          <a:lstStyle/>
          <a:p>
            <a:pPr>
              <a:spcBef>
                <a:spcPts val="0"/>
              </a:spcBef>
            </a:pPr>
            <a:endParaRPr/>
          </a:p>
        </p:txBody>
      </p:sp>
      <p:pic>
        <p:nvPicPr>
          <p:cNvPr id="996" name="Shape 996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6281401" y="3938701"/>
            <a:ext cx="2289975" cy="539525"/>
          </a:xfrm>
          <a:prstGeom prst="rect">
            <a:avLst/>
          </a:prstGeom>
          <a:noFill/>
          <a:ln w="19050" cap="flat" cmpd="sng">
            <a:solidFill>
              <a:srgbClr val="38761D"/>
            </a:solidFill>
            <a:prstDash val="solid"/>
            <a:round/>
            <a:headEnd type="none" w="med" len="med"/>
            <a:tailEnd type="none" w="med" len="med"/>
          </a:ln>
        </p:spPr>
      </p:pic>
      <p:cxnSp>
        <p:nvCxnSpPr>
          <p:cNvPr id="997" name="Shape 997"/>
          <p:cNvCxnSpPr/>
          <p:nvPr/>
        </p:nvCxnSpPr>
        <p:spPr>
          <a:xfrm rot="10800000">
            <a:off x="7179101" y="2318374"/>
            <a:ext cx="354599" cy="71670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lg" len="lg"/>
            <a:tailEnd type="triangle" w="lg" len="lg"/>
          </a:ln>
        </p:spPr>
      </p:cxnSp>
      <p:sp>
        <p:nvSpPr>
          <p:cNvPr id="998" name="Shape 998"/>
          <p:cNvSpPr txBox="1"/>
          <p:nvPr/>
        </p:nvSpPr>
        <p:spPr>
          <a:xfrm>
            <a:off x="197026" y="894550"/>
            <a:ext cx="2355299" cy="393600"/>
          </a:xfrm>
          <a:prstGeom prst="rect">
            <a:avLst/>
          </a:prstGeom>
          <a:noFill/>
          <a:ln>
            <a:noFill/>
          </a:ln>
        </p:spPr>
        <p:txBody>
          <a:bodyPr lIns="91425" tIns="91425" rIns="91425" bIns="91425" anchor="t" anchorCtr="0">
            <a:noAutofit/>
          </a:bodyPr>
          <a:lstStyle/>
          <a:p>
            <a:pPr>
              <a:spcBef>
                <a:spcPts val="0"/>
              </a:spcBef>
            </a:pPr>
            <a:r>
              <a:rPr lang="en" sz="2400" b="1"/>
              <a:t>current W:</a:t>
            </a:r>
          </a:p>
          <a:p>
            <a:pPr>
              <a:spcBef>
                <a:spcPts val="0"/>
              </a:spcBef>
            </a:pPr>
            <a:endParaRPr sz="2400" b="1"/>
          </a:p>
          <a:p>
            <a:pPr>
              <a:spcBef>
                <a:spcPts val="0"/>
              </a:spcBef>
            </a:pPr>
            <a:r>
              <a:rPr lang="en" sz="2400"/>
              <a:t>[0.34,</a:t>
            </a:r>
          </a:p>
          <a:p>
            <a:pPr>
              <a:spcBef>
                <a:spcPts val="0"/>
              </a:spcBef>
            </a:pPr>
            <a:r>
              <a:rPr lang="en" sz="2400"/>
              <a:t>-1.11,</a:t>
            </a:r>
          </a:p>
          <a:p>
            <a:pPr>
              <a:spcBef>
                <a:spcPts val="0"/>
              </a:spcBef>
            </a:pPr>
            <a:r>
              <a:rPr lang="en" sz="2400"/>
              <a:t>0.78,</a:t>
            </a:r>
          </a:p>
          <a:p>
            <a:pPr>
              <a:spcBef>
                <a:spcPts val="0"/>
              </a:spcBef>
            </a:pPr>
            <a:r>
              <a:rPr lang="en" sz="2400"/>
              <a:t>0.12,</a:t>
            </a:r>
          </a:p>
          <a:p>
            <a:pPr>
              <a:spcBef>
                <a:spcPts val="0"/>
              </a:spcBef>
            </a:pPr>
            <a:r>
              <a:rPr lang="en" sz="2400"/>
              <a:t>0.55,</a:t>
            </a:r>
          </a:p>
          <a:p>
            <a:pPr>
              <a:spcBef>
                <a:spcPts val="0"/>
              </a:spcBef>
            </a:pPr>
            <a:r>
              <a:rPr lang="en" sz="2400"/>
              <a:t>2.81,</a:t>
            </a:r>
          </a:p>
          <a:p>
            <a:pPr>
              <a:spcBef>
                <a:spcPts val="0"/>
              </a:spcBef>
            </a:pPr>
            <a:r>
              <a:rPr lang="en" sz="2400"/>
              <a:t>-3.1,</a:t>
            </a:r>
          </a:p>
          <a:p>
            <a:pPr>
              <a:spcBef>
                <a:spcPts val="0"/>
              </a:spcBef>
            </a:pPr>
            <a:r>
              <a:rPr lang="en" sz="2400"/>
              <a:t>-1.5,</a:t>
            </a:r>
          </a:p>
          <a:p>
            <a:pPr>
              <a:spcBef>
                <a:spcPts val="0"/>
              </a:spcBef>
            </a:pPr>
            <a:r>
              <a:rPr lang="en" sz="2400"/>
              <a:t>0.33,…] </a:t>
            </a:r>
          </a:p>
          <a:p>
            <a:pPr>
              <a:spcBef>
                <a:spcPts val="0"/>
              </a:spcBef>
            </a:pPr>
            <a:r>
              <a:rPr lang="en" sz="2400" b="1">
                <a:solidFill>
                  <a:srgbClr val="FF0000"/>
                </a:solidFill>
              </a:rPr>
              <a:t>loss 1.25347</a:t>
            </a:r>
          </a:p>
        </p:txBody>
      </p:sp>
      <p:cxnSp>
        <p:nvCxnSpPr>
          <p:cNvPr id="999" name="Shape 999"/>
          <p:cNvCxnSpPr/>
          <p:nvPr/>
        </p:nvCxnSpPr>
        <p:spPr>
          <a:xfrm>
            <a:off x="2326800" y="921101"/>
            <a:ext cx="0" cy="4398299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lg" len="lg"/>
            <a:tailEnd type="none" w="lg" len="lg"/>
          </a:ln>
        </p:spPr>
      </p:cxnSp>
      <p:sp>
        <p:nvSpPr>
          <p:cNvPr id="1000" name="Shape 1000"/>
          <p:cNvSpPr txBox="1"/>
          <p:nvPr/>
        </p:nvSpPr>
        <p:spPr>
          <a:xfrm>
            <a:off x="2406825" y="894550"/>
            <a:ext cx="3394500" cy="393600"/>
          </a:xfrm>
          <a:prstGeom prst="rect">
            <a:avLst/>
          </a:prstGeom>
          <a:noFill/>
          <a:ln>
            <a:noFill/>
          </a:ln>
        </p:spPr>
        <p:txBody>
          <a:bodyPr lIns="91425" tIns="91425" rIns="91425" bIns="91425" anchor="t" anchorCtr="0">
            <a:noAutofit/>
          </a:bodyPr>
          <a:lstStyle/>
          <a:p>
            <a:pPr>
              <a:spcBef>
                <a:spcPts val="0"/>
              </a:spcBef>
            </a:pPr>
            <a:r>
              <a:rPr lang="en" sz="2400" b="1"/>
              <a:t>W + h </a:t>
            </a:r>
            <a:r>
              <a:rPr lang="en" sz="2400"/>
              <a:t>(second dim)</a:t>
            </a:r>
            <a:r>
              <a:rPr lang="en" sz="2400" b="1"/>
              <a:t>:</a:t>
            </a:r>
          </a:p>
          <a:p>
            <a:pPr>
              <a:spcBef>
                <a:spcPts val="0"/>
              </a:spcBef>
            </a:pPr>
            <a:endParaRPr sz="2400" b="1"/>
          </a:p>
          <a:p>
            <a:pPr>
              <a:spcBef>
                <a:spcPts val="0"/>
              </a:spcBef>
            </a:pPr>
            <a:r>
              <a:rPr lang="en" sz="2400"/>
              <a:t>[0.34,</a:t>
            </a:r>
          </a:p>
          <a:p>
            <a:pPr>
              <a:spcBef>
                <a:spcPts val="0"/>
              </a:spcBef>
            </a:pPr>
            <a:r>
              <a:rPr lang="en" sz="2400"/>
              <a:t>-1.11</a:t>
            </a:r>
            <a:r>
              <a:rPr lang="en" sz="2400">
                <a:solidFill>
                  <a:schemeClr val="dk1"/>
                </a:solidFill>
              </a:rPr>
              <a:t> + </a:t>
            </a:r>
            <a:r>
              <a:rPr lang="en" sz="2400" b="1">
                <a:solidFill>
                  <a:schemeClr val="dk1"/>
                </a:solidFill>
              </a:rPr>
              <a:t>0.0001</a:t>
            </a:r>
            <a:r>
              <a:rPr lang="en" sz="2400"/>
              <a:t>,</a:t>
            </a:r>
          </a:p>
          <a:p>
            <a:pPr>
              <a:spcBef>
                <a:spcPts val="0"/>
              </a:spcBef>
            </a:pPr>
            <a:r>
              <a:rPr lang="en" sz="2400"/>
              <a:t>0.78,</a:t>
            </a:r>
          </a:p>
          <a:p>
            <a:pPr>
              <a:spcBef>
                <a:spcPts val="0"/>
              </a:spcBef>
            </a:pPr>
            <a:r>
              <a:rPr lang="en" sz="2400"/>
              <a:t>0.12,</a:t>
            </a:r>
          </a:p>
          <a:p>
            <a:pPr>
              <a:spcBef>
                <a:spcPts val="0"/>
              </a:spcBef>
            </a:pPr>
            <a:r>
              <a:rPr lang="en" sz="2400"/>
              <a:t>0.55,</a:t>
            </a:r>
          </a:p>
          <a:p>
            <a:pPr>
              <a:spcBef>
                <a:spcPts val="0"/>
              </a:spcBef>
            </a:pPr>
            <a:r>
              <a:rPr lang="en" sz="2400"/>
              <a:t>2.81,</a:t>
            </a:r>
          </a:p>
          <a:p>
            <a:pPr>
              <a:spcBef>
                <a:spcPts val="0"/>
              </a:spcBef>
            </a:pPr>
            <a:r>
              <a:rPr lang="en" sz="2400"/>
              <a:t>-3.1,</a:t>
            </a:r>
          </a:p>
          <a:p>
            <a:pPr>
              <a:spcBef>
                <a:spcPts val="0"/>
              </a:spcBef>
            </a:pPr>
            <a:r>
              <a:rPr lang="en" sz="2400"/>
              <a:t>-1.5,</a:t>
            </a:r>
          </a:p>
          <a:p>
            <a:pPr>
              <a:spcBef>
                <a:spcPts val="0"/>
              </a:spcBef>
            </a:pPr>
            <a:r>
              <a:rPr lang="en" sz="2400"/>
              <a:t>0.33,…] </a:t>
            </a:r>
          </a:p>
          <a:p>
            <a:pPr>
              <a:spcBef>
                <a:spcPts val="0"/>
              </a:spcBef>
            </a:pPr>
            <a:r>
              <a:rPr lang="en" sz="2400" b="1">
                <a:solidFill>
                  <a:srgbClr val="FF0000"/>
                </a:solidFill>
              </a:rPr>
              <a:t>loss 1.25353</a:t>
            </a:r>
          </a:p>
        </p:txBody>
      </p:sp>
      <p:cxnSp>
        <p:nvCxnSpPr>
          <p:cNvPr id="1001" name="Shape 1001"/>
          <p:cNvCxnSpPr/>
          <p:nvPr/>
        </p:nvCxnSpPr>
        <p:spPr>
          <a:xfrm>
            <a:off x="5562600" y="942376"/>
            <a:ext cx="0" cy="4426499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lg" len="lg"/>
            <a:tailEnd type="none" w="lg" len="lg"/>
          </a:ln>
        </p:spPr>
      </p:cxnSp>
      <p:sp>
        <p:nvSpPr>
          <p:cNvPr id="1002" name="Shape 1002"/>
          <p:cNvSpPr txBox="1"/>
          <p:nvPr/>
        </p:nvSpPr>
        <p:spPr>
          <a:xfrm>
            <a:off x="5678650" y="3165050"/>
            <a:ext cx="3394500" cy="627000"/>
          </a:xfrm>
          <a:prstGeom prst="rect">
            <a:avLst/>
          </a:prstGeom>
          <a:noFill/>
          <a:ln>
            <a:noFill/>
          </a:ln>
        </p:spPr>
        <p:txBody>
          <a:bodyPr lIns="91425" tIns="91425" rIns="91425" bIns="91425" anchor="t" anchorCtr="0">
            <a:noAutofit/>
          </a:bodyPr>
          <a:lstStyle/>
          <a:p>
            <a:pPr>
              <a:spcBef>
                <a:spcPts val="0"/>
              </a:spcBef>
            </a:pPr>
            <a:r>
              <a:rPr lang="en" sz="2000">
                <a:solidFill>
                  <a:srgbClr val="38761D"/>
                </a:solidFill>
              </a:rPr>
              <a:t>(</a:t>
            </a:r>
            <a:r>
              <a:rPr lang="en" sz="2000">
                <a:solidFill>
                  <a:srgbClr val="FF0000"/>
                </a:solidFill>
              </a:rPr>
              <a:t>1.25353</a:t>
            </a:r>
            <a:r>
              <a:rPr lang="en" sz="2000">
                <a:solidFill>
                  <a:srgbClr val="38761D"/>
                </a:solidFill>
              </a:rPr>
              <a:t> - </a:t>
            </a:r>
            <a:r>
              <a:rPr lang="en" sz="2000">
                <a:solidFill>
                  <a:srgbClr val="FF0000"/>
                </a:solidFill>
              </a:rPr>
              <a:t>1.25347</a:t>
            </a:r>
            <a:r>
              <a:rPr lang="en" sz="2000">
                <a:solidFill>
                  <a:srgbClr val="38761D"/>
                </a:solidFill>
              </a:rPr>
              <a:t>)/0.0001</a:t>
            </a:r>
          </a:p>
          <a:p>
            <a:pPr>
              <a:spcBef>
                <a:spcPts val="0"/>
              </a:spcBef>
            </a:pPr>
            <a:r>
              <a:rPr lang="en" sz="2000">
                <a:solidFill>
                  <a:srgbClr val="38761D"/>
                </a:solidFill>
              </a:rPr>
              <a:t>= 0.6</a:t>
            </a:r>
          </a:p>
        </p:txBody>
      </p:sp>
    </p:spTree>
    <p:extLst>
      <p:ext uri="{BB962C8B-B14F-4D97-AF65-F5344CB8AC3E}">
        <p14:creationId xmlns:p14="http://schemas.microsoft.com/office/powerpoint/2010/main" val="208265696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8" name="Shape 1008"/>
          <p:cNvSpPr txBox="1"/>
          <p:nvPr/>
        </p:nvSpPr>
        <p:spPr>
          <a:xfrm>
            <a:off x="6503301" y="942375"/>
            <a:ext cx="2355299" cy="393600"/>
          </a:xfrm>
          <a:prstGeom prst="rect">
            <a:avLst/>
          </a:prstGeom>
          <a:noFill/>
          <a:ln>
            <a:noFill/>
          </a:ln>
        </p:spPr>
        <p:txBody>
          <a:bodyPr lIns="91425" tIns="91425" rIns="91425" bIns="91425" anchor="t" anchorCtr="0">
            <a:noAutofit/>
          </a:bodyPr>
          <a:lstStyle/>
          <a:p>
            <a:pPr>
              <a:spcBef>
                <a:spcPts val="0"/>
              </a:spcBef>
            </a:pPr>
            <a:r>
              <a:rPr lang="en" sz="2400" b="1">
                <a:solidFill>
                  <a:srgbClr val="0000FF"/>
                </a:solidFill>
              </a:rPr>
              <a:t>gradient dW:</a:t>
            </a:r>
          </a:p>
          <a:p>
            <a:pPr>
              <a:spcBef>
                <a:spcPts val="0"/>
              </a:spcBef>
            </a:pPr>
            <a:endParaRPr sz="2400" b="1">
              <a:solidFill>
                <a:srgbClr val="0000FF"/>
              </a:solidFill>
            </a:endParaRPr>
          </a:p>
          <a:p>
            <a:pPr>
              <a:spcBef>
                <a:spcPts val="0"/>
              </a:spcBef>
            </a:pPr>
            <a:r>
              <a:rPr lang="en" sz="2400">
                <a:solidFill>
                  <a:srgbClr val="0000FF"/>
                </a:solidFill>
              </a:rPr>
              <a:t>[-2.5,</a:t>
            </a:r>
          </a:p>
          <a:p>
            <a:pPr>
              <a:spcBef>
                <a:spcPts val="0"/>
              </a:spcBef>
            </a:pPr>
            <a:r>
              <a:rPr lang="en" sz="2400">
                <a:solidFill>
                  <a:srgbClr val="0000FF"/>
                </a:solidFill>
              </a:rPr>
              <a:t>0.6,</a:t>
            </a:r>
          </a:p>
          <a:p>
            <a:pPr>
              <a:spcBef>
                <a:spcPts val="0"/>
              </a:spcBef>
            </a:pPr>
            <a:r>
              <a:rPr lang="en" sz="2400">
                <a:solidFill>
                  <a:srgbClr val="0000FF"/>
                </a:solidFill>
              </a:rPr>
              <a:t>?,</a:t>
            </a:r>
          </a:p>
          <a:p>
            <a:pPr>
              <a:spcBef>
                <a:spcPts val="0"/>
              </a:spcBef>
            </a:pPr>
            <a:r>
              <a:rPr lang="en" sz="2400">
                <a:solidFill>
                  <a:srgbClr val="0000FF"/>
                </a:solidFill>
              </a:rPr>
              <a:t>?,</a:t>
            </a:r>
          </a:p>
          <a:p>
            <a:pPr>
              <a:spcBef>
                <a:spcPts val="0"/>
              </a:spcBef>
            </a:pPr>
            <a:r>
              <a:rPr lang="en" sz="2400">
                <a:solidFill>
                  <a:srgbClr val="0000FF"/>
                </a:solidFill>
              </a:rPr>
              <a:t>?,</a:t>
            </a:r>
          </a:p>
          <a:p>
            <a:pPr>
              <a:spcBef>
                <a:spcPts val="0"/>
              </a:spcBef>
            </a:pPr>
            <a:r>
              <a:rPr lang="en" sz="2400">
                <a:solidFill>
                  <a:srgbClr val="0000FF"/>
                </a:solidFill>
              </a:rPr>
              <a:t>?,</a:t>
            </a:r>
          </a:p>
          <a:p>
            <a:pPr>
              <a:spcBef>
                <a:spcPts val="0"/>
              </a:spcBef>
            </a:pPr>
            <a:r>
              <a:rPr lang="en" sz="2400">
                <a:solidFill>
                  <a:srgbClr val="0000FF"/>
                </a:solidFill>
              </a:rPr>
              <a:t>?,</a:t>
            </a:r>
          </a:p>
          <a:p>
            <a:pPr>
              <a:spcBef>
                <a:spcPts val="0"/>
              </a:spcBef>
            </a:pPr>
            <a:r>
              <a:rPr lang="en" sz="2400">
                <a:solidFill>
                  <a:srgbClr val="0000FF"/>
                </a:solidFill>
              </a:rPr>
              <a:t>?,</a:t>
            </a:r>
          </a:p>
          <a:p>
            <a:pPr>
              <a:spcBef>
                <a:spcPts val="0"/>
              </a:spcBef>
            </a:pPr>
            <a:r>
              <a:rPr lang="en" sz="2400">
                <a:solidFill>
                  <a:srgbClr val="0000FF"/>
                </a:solidFill>
              </a:rPr>
              <a:t>?,…]</a:t>
            </a:r>
          </a:p>
        </p:txBody>
      </p:sp>
      <p:sp>
        <p:nvSpPr>
          <p:cNvPr id="1009" name="Shape 1009"/>
          <p:cNvSpPr txBox="1"/>
          <p:nvPr/>
        </p:nvSpPr>
        <p:spPr>
          <a:xfrm>
            <a:off x="197026" y="894550"/>
            <a:ext cx="2355299" cy="393600"/>
          </a:xfrm>
          <a:prstGeom prst="rect">
            <a:avLst/>
          </a:prstGeom>
          <a:noFill/>
          <a:ln>
            <a:noFill/>
          </a:ln>
        </p:spPr>
        <p:txBody>
          <a:bodyPr lIns="91425" tIns="91425" rIns="91425" bIns="91425" anchor="t" anchorCtr="0">
            <a:noAutofit/>
          </a:bodyPr>
          <a:lstStyle/>
          <a:p>
            <a:pPr>
              <a:spcBef>
                <a:spcPts val="0"/>
              </a:spcBef>
            </a:pPr>
            <a:r>
              <a:rPr lang="en" sz="2400" b="1"/>
              <a:t>current W:</a:t>
            </a:r>
          </a:p>
          <a:p>
            <a:pPr>
              <a:spcBef>
                <a:spcPts val="0"/>
              </a:spcBef>
            </a:pPr>
            <a:endParaRPr sz="2400" b="1"/>
          </a:p>
          <a:p>
            <a:pPr>
              <a:spcBef>
                <a:spcPts val="0"/>
              </a:spcBef>
            </a:pPr>
            <a:r>
              <a:rPr lang="en" sz="2400"/>
              <a:t>[0.34,</a:t>
            </a:r>
          </a:p>
          <a:p>
            <a:pPr>
              <a:spcBef>
                <a:spcPts val="0"/>
              </a:spcBef>
            </a:pPr>
            <a:r>
              <a:rPr lang="en" sz="2400"/>
              <a:t>-1.11,</a:t>
            </a:r>
          </a:p>
          <a:p>
            <a:pPr>
              <a:spcBef>
                <a:spcPts val="0"/>
              </a:spcBef>
            </a:pPr>
            <a:r>
              <a:rPr lang="en" sz="2400"/>
              <a:t>0.78,</a:t>
            </a:r>
          </a:p>
          <a:p>
            <a:pPr>
              <a:spcBef>
                <a:spcPts val="0"/>
              </a:spcBef>
            </a:pPr>
            <a:r>
              <a:rPr lang="en" sz="2400"/>
              <a:t>0.12,</a:t>
            </a:r>
          </a:p>
          <a:p>
            <a:pPr>
              <a:spcBef>
                <a:spcPts val="0"/>
              </a:spcBef>
            </a:pPr>
            <a:r>
              <a:rPr lang="en" sz="2400"/>
              <a:t>0.55,</a:t>
            </a:r>
          </a:p>
          <a:p>
            <a:pPr>
              <a:spcBef>
                <a:spcPts val="0"/>
              </a:spcBef>
            </a:pPr>
            <a:r>
              <a:rPr lang="en" sz="2400"/>
              <a:t>2.81,</a:t>
            </a:r>
          </a:p>
          <a:p>
            <a:pPr>
              <a:spcBef>
                <a:spcPts val="0"/>
              </a:spcBef>
            </a:pPr>
            <a:r>
              <a:rPr lang="en" sz="2400"/>
              <a:t>-3.1,</a:t>
            </a:r>
          </a:p>
          <a:p>
            <a:pPr>
              <a:spcBef>
                <a:spcPts val="0"/>
              </a:spcBef>
            </a:pPr>
            <a:r>
              <a:rPr lang="en" sz="2400"/>
              <a:t>-1.5,</a:t>
            </a:r>
          </a:p>
          <a:p>
            <a:pPr>
              <a:spcBef>
                <a:spcPts val="0"/>
              </a:spcBef>
            </a:pPr>
            <a:r>
              <a:rPr lang="en" sz="2400"/>
              <a:t>0.33,…] </a:t>
            </a:r>
          </a:p>
          <a:p>
            <a:pPr>
              <a:spcBef>
                <a:spcPts val="0"/>
              </a:spcBef>
            </a:pPr>
            <a:r>
              <a:rPr lang="en" sz="2400" b="1">
                <a:solidFill>
                  <a:srgbClr val="FF0000"/>
                </a:solidFill>
              </a:rPr>
              <a:t>loss 1.25347</a:t>
            </a:r>
          </a:p>
        </p:txBody>
      </p:sp>
      <p:cxnSp>
        <p:nvCxnSpPr>
          <p:cNvPr id="1010" name="Shape 1010"/>
          <p:cNvCxnSpPr/>
          <p:nvPr/>
        </p:nvCxnSpPr>
        <p:spPr>
          <a:xfrm>
            <a:off x="2326800" y="921101"/>
            <a:ext cx="0" cy="4398299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lg" len="lg"/>
            <a:tailEnd type="none" w="lg" len="lg"/>
          </a:ln>
        </p:spPr>
      </p:cxnSp>
      <p:sp>
        <p:nvSpPr>
          <p:cNvPr id="1011" name="Shape 1011"/>
          <p:cNvSpPr txBox="1"/>
          <p:nvPr/>
        </p:nvSpPr>
        <p:spPr>
          <a:xfrm>
            <a:off x="2406825" y="894550"/>
            <a:ext cx="3394500" cy="393600"/>
          </a:xfrm>
          <a:prstGeom prst="rect">
            <a:avLst/>
          </a:prstGeom>
          <a:noFill/>
          <a:ln>
            <a:noFill/>
          </a:ln>
        </p:spPr>
        <p:txBody>
          <a:bodyPr lIns="91425" tIns="91425" rIns="91425" bIns="91425" anchor="t" anchorCtr="0">
            <a:noAutofit/>
          </a:bodyPr>
          <a:lstStyle/>
          <a:p>
            <a:pPr>
              <a:spcBef>
                <a:spcPts val="0"/>
              </a:spcBef>
            </a:pPr>
            <a:r>
              <a:rPr lang="en" sz="2400" b="1"/>
              <a:t>W + h </a:t>
            </a:r>
            <a:r>
              <a:rPr lang="en" sz="2400"/>
              <a:t>(third dim)</a:t>
            </a:r>
            <a:r>
              <a:rPr lang="en" sz="2400" b="1"/>
              <a:t>:</a:t>
            </a:r>
          </a:p>
          <a:p>
            <a:pPr>
              <a:spcBef>
                <a:spcPts val="0"/>
              </a:spcBef>
            </a:pPr>
            <a:endParaRPr sz="2400" b="1"/>
          </a:p>
          <a:p>
            <a:pPr>
              <a:spcBef>
                <a:spcPts val="0"/>
              </a:spcBef>
            </a:pPr>
            <a:r>
              <a:rPr lang="en" sz="2400"/>
              <a:t>[0.34,</a:t>
            </a:r>
          </a:p>
          <a:p>
            <a:pPr>
              <a:spcBef>
                <a:spcPts val="0"/>
              </a:spcBef>
            </a:pPr>
            <a:r>
              <a:rPr lang="en" sz="2400"/>
              <a:t>-1.11,</a:t>
            </a:r>
          </a:p>
          <a:p>
            <a:pPr>
              <a:spcBef>
                <a:spcPts val="0"/>
              </a:spcBef>
            </a:pPr>
            <a:r>
              <a:rPr lang="en" sz="2400"/>
              <a:t>0.78</a:t>
            </a:r>
            <a:r>
              <a:rPr lang="en" sz="2400">
                <a:solidFill>
                  <a:schemeClr val="dk1"/>
                </a:solidFill>
              </a:rPr>
              <a:t> + </a:t>
            </a:r>
            <a:r>
              <a:rPr lang="en" sz="2400" b="1">
                <a:solidFill>
                  <a:schemeClr val="dk1"/>
                </a:solidFill>
              </a:rPr>
              <a:t>0.0001</a:t>
            </a:r>
            <a:r>
              <a:rPr lang="en" sz="2400"/>
              <a:t>,</a:t>
            </a:r>
          </a:p>
          <a:p>
            <a:pPr>
              <a:spcBef>
                <a:spcPts val="0"/>
              </a:spcBef>
            </a:pPr>
            <a:r>
              <a:rPr lang="en" sz="2400"/>
              <a:t>0.12,</a:t>
            </a:r>
          </a:p>
          <a:p>
            <a:pPr>
              <a:spcBef>
                <a:spcPts val="0"/>
              </a:spcBef>
            </a:pPr>
            <a:r>
              <a:rPr lang="en" sz="2400"/>
              <a:t>0.55,</a:t>
            </a:r>
          </a:p>
          <a:p>
            <a:pPr>
              <a:spcBef>
                <a:spcPts val="0"/>
              </a:spcBef>
            </a:pPr>
            <a:r>
              <a:rPr lang="en" sz="2400"/>
              <a:t>2.81,</a:t>
            </a:r>
          </a:p>
          <a:p>
            <a:pPr>
              <a:spcBef>
                <a:spcPts val="0"/>
              </a:spcBef>
            </a:pPr>
            <a:r>
              <a:rPr lang="en" sz="2400"/>
              <a:t>-3.1,</a:t>
            </a:r>
          </a:p>
          <a:p>
            <a:pPr>
              <a:spcBef>
                <a:spcPts val="0"/>
              </a:spcBef>
            </a:pPr>
            <a:r>
              <a:rPr lang="en" sz="2400"/>
              <a:t>-1.5,</a:t>
            </a:r>
          </a:p>
          <a:p>
            <a:pPr>
              <a:spcBef>
                <a:spcPts val="0"/>
              </a:spcBef>
            </a:pPr>
            <a:r>
              <a:rPr lang="en" sz="2400"/>
              <a:t>0.33,…] </a:t>
            </a:r>
          </a:p>
          <a:p>
            <a:pPr>
              <a:spcBef>
                <a:spcPts val="0"/>
              </a:spcBef>
            </a:pPr>
            <a:r>
              <a:rPr lang="en" sz="2400" b="1">
                <a:solidFill>
                  <a:srgbClr val="FF0000"/>
                </a:solidFill>
              </a:rPr>
              <a:t>loss 1.25347</a:t>
            </a:r>
          </a:p>
        </p:txBody>
      </p:sp>
      <p:cxnSp>
        <p:nvCxnSpPr>
          <p:cNvPr id="7" name="Shape 1001">
            <a:extLst>
              <a:ext uri="{FF2B5EF4-FFF2-40B4-BE49-F238E27FC236}">
                <a16:creationId xmlns:a16="http://schemas.microsoft.com/office/drawing/2014/main" id="{C5C976B9-DB47-C64D-8BE2-DF7598EAABE5}"/>
              </a:ext>
            </a:extLst>
          </p:cNvPr>
          <p:cNvCxnSpPr/>
          <p:nvPr/>
        </p:nvCxnSpPr>
        <p:spPr>
          <a:xfrm>
            <a:off x="5562600" y="942376"/>
            <a:ext cx="0" cy="4426499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lg" len="lg"/>
            <a:tailEnd type="none" w="lg" len="lg"/>
          </a:ln>
        </p:spPr>
      </p:cxnSp>
    </p:spTree>
    <p:extLst>
      <p:ext uri="{BB962C8B-B14F-4D97-AF65-F5344CB8AC3E}">
        <p14:creationId xmlns:p14="http://schemas.microsoft.com/office/powerpoint/2010/main" val="2115062730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8" name="Shape 1018"/>
          <p:cNvSpPr txBox="1"/>
          <p:nvPr/>
        </p:nvSpPr>
        <p:spPr>
          <a:xfrm>
            <a:off x="6503301" y="942375"/>
            <a:ext cx="2355299" cy="393600"/>
          </a:xfrm>
          <a:prstGeom prst="rect">
            <a:avLst/>
          </a:prstGeom>
          <a:noFill/>
          <a:ln>
            <a:noFill/>
          </a:ln>
        </p:spPr>
        <p:txBody>
          <a:bodyPr lIns="91425" tIns="91425" rIns="91425" bIns="91425" anchor="t" anchorCtr="0">
            <a:noAutofit/>
          </a:bodyPr>
          <a:lstStyle/>
          <a:p>
            <a:pPr>
              <a:spcBef>
                <a:spcPts val="0"/>
              </a:spcBef>
            </a:pPr>
            <a:r>
              <a:rPr lang="en" sz="2400" b="1">
                <a:solidFill>
                  <a:srgbClr val="0000FF"/>
                </a:solidFill>
              </a:rPr>
              <a:t>gradient dW:</a:t>
            </a:r>
          </a:p>
          <a:p>
            <a:pPr>
              <a:spcBef>
                <a:spcPts val="0"/>
              </a:spcBef>
            </a:pPr>
            <a:endParaRPr sz="2400" b="1">
              <a:solidFill>
                <a:srgbClr val="0000FF"/>
              </a:solidFill>
            </a:endParaRPr>
          </a:p>
          <a:p>
            <a:pPr>
              <a:spcBef>
                <a:spcPts val="0"/>
              </a:spcBef>
            </a:pPr>
            <a:r>
              <a:rPr lang="en" sz="2400">
                <a:solidFill>
                  <a:srgbClr val="0000FF"/>
                </a:solidFill>
              </a:rPr>
              <a:t>[-2.5,</a:t>
            </a:r>
          </a:p>
          <a:p>
            <a:pPr>
              <a:spcBef>
                <a:spcPts val="0"/>
              </a:spcBef>
            </a:pPr>
            <a:r>
              <a:rPr lang="en" sz="2400">
                <a:solidFill>
                  <a:srgbClr val="0000FF"/>
                </a:solidFill>
              </a:rPr>
              <a:t>0.6,</a:t>
            </a:r>
          </a:p>
          <a:p>
            <a:pPr>
              <a:spcBef>
                <a:spcPts val="0"/>
              </a:spcBef>
            </a:pPr>
            <a:r>
              <a:rPr lang="en" sz="2400" b="1">
                <a:solidFill>
                  <a:srgbClr val="38761D"/>
                </a:solidFill>
              </a:rPr>
              <a:t>0</a:t>
            </a:r>
            <a:r>
              <a:rPr lang="en" sz="2400">
                <a:solidFill>
                  <a:srgbClr val="0000FF"/>
                </a:solidFill>
              </a:rPr>
              <a:t>,</a:t>
            </a:r>
          </a:p>
          <a:p>
            <a:pPr>
              <a:spcBef>
                <a:spcPts val="0"/>
              </a:spcBef>
            </a:pPr>
            <a:r>
              <a:rPr lang="en" sz="2400">
                <a:solidFill>
                  <a:srgbClr val="0000FF"/>
                </a:solidFill>
              </a:rPr>
              <a:t>?,</a:t>
            </a:r>
          </a:p>
          <a:p>
            <a:pPr>
              <a:spcBef>
                <a:spcPts val="0"/>
              </a:spcBef>
            </a:pPr>
            <a:r>
              <a:rPr lang="en" sz="2400">
                <a:solidFill>
                  <a:srgbClr val="0000FF"/>
                </a:solidFill>
              </a:rPr>
              <a:t>?,</a:t>
            </a:r>
          </a:p>
          <a:p>
            <a:pPr>
              <a:spcBef>
                <a:spcPts val="0"/>
              </a:spcBef>
            </a:pPr>
            <a:r>
              <a:rPr lang="en" sz="2400">
                <a:solidFill>
                  <a:srgbClr val="0000FF"/>
                </a:solidFill>
              </a:rPr>
              <a:t>?,</a:t>
            </a:r>
          </a:p>
          <a:p>
            <a:pPr>
              <a:spcBef>
                <a:spcPts val="0"/>
              </a:spcBef>
            </a:pPr>
            <a:r>
              <a:rPr lang="en" sz="2400">
                <a:solidFill>
                  <a:srgbClr val="0000FF"/>
                </a:solidFill>
              </a:rPr>
              <a:t>?,</a:t>
            </a:r>
          </a:p>
          <a:p>
            <a:pPr>
              <a:spcBef>
                <a:spcPts val="0"/>
              </a:spcBef>
            </a:pPr>
            <a:r>
              <a:rPr lang="en" sz="2400">
                <a:solidFill>
                  <a:srgbClr val="0000FF"/>
                </a:solidFill>
              </a:rPr>
              <a:t>?,</a:t>
            </a:r>
          </a:p>
          <a:p>
            <a:pPr>
              <a:spcBef>
                <a:spcPts val="0"/>
              </a:spcBef>
            </a:pPr>
            <a:r>
              <a:rPr lang="en" sz="2400">
                <a:solidFill>
                  <a:srgbClr val="0000FF"/>
                </a:solidFill>
              </a:rPr>
              <a:t>?,…]</a:t>
            </a:r>
          </a:p>
        </p:txBody>
      </p:sp>
      <p:sp>
        <p:nvSpPr>
          <p:cNvPr id="1019" name="Shape 1019"/>
          <p:cNvSpPr txBox="1"/>
          <p:nvPr/>
        </p:nvSpPr>
        <p:spPr>
          <a:xfrm>
            <a:off x="197026" y="894550"/>
            <a:ext cx="2355299" cy="393600"/>
          </a:xfrm>
          <a:prstGeom prst="rect">
            <a:avLst/>
          </a:prstGeom>
          <a:noFill/>
          <a:ln>
            <a:noFill/>
          </a:ln>
        </p:spPr>
        <p:txBody>
          <a:bodyPr lIns="91425" tIns="91425" rIns="91425" bIns="91425" anchor="t" anchorCtr="0">
            <a:noAutofit/>
          </a:bodyPr>
          <a:lstStyle/>
          <a:p>
            <a:pPr>
              <a:spcBef>
                <a:spcPts val="0"/>
              </a:spcBef>
            </a:pPr>
            <a:r>
              <a:rPr lang="en" sz="2400" b="1"/>
              <a:t>current W:</a:t>
            </a:r>
          </a:p>
          <a:p>
            <a:pPr>
              <a:spcBef>
                <a:spcPts val="0"/>
              </a:spcBef>
            </a:pPr>
            <a:endParaRPr sz="2400" b="1"/>
          </a:p>
          <a:p>
            <a:pPr>
              <a:spcBef>
                <a:spcPts val="0"/>
              </a:spcBef>
            </a:pPr>
            <a:r>
              <a:rPr lang="en" sz="2400"/>
              <a:t>[0.34,</a:t>
            </a:r>
          </a:p>
          <a:p>
            <a:pPr>
              <a:spcBef>
                <a:spcPts val="0"/>
              </a:spcBef>
            </a:pPr>
            <a:r>
              <a:rPr lang="en" sz="2400"/>
              <a:t>-1.11,</a:t>
            </a:r>
          </a:p>
          <a:p>
            <a:pPr>
              <a:spcBef>
                <a:spcPts val="0"/>
              </a:spcBef>
            </a:pPr>
            <a:r>
              <a:rPr lang="en" sz="2400"/>
              <a:t>0.78,</a:t>
            </a:r>
          </a:p>
          <a:p>
            <a:pPr>
              <a:spcBef>
                <a:spcPts val="0"/>
              </a:spcBef>
            </a:pPr>
            <a:r>
              <a:rPr lang="en" sz="2400"/>
              <a:t>0.12,</a:t>
            </a:r>
          </a:p>
          <a:p>
            <a:pPr>
              <a:spcBef>
                <a:spcPts val="0"/>
              </a:spcBef>
            </a:pPr>
            <a:r>
              <a:rPr lang="en" sz="2400"/>
              <a:t>0.55,</a:t>
            </a:r>
          </a:p>
          <a:p>
            <a:pPr>
              <a:spcBef>
                <a:spcPts val="0"/>
              </a:spcBef>
            </a:pPr>
            <a:r>
              <a:rPr lang="en" sz="2400"/>
              <a:t>2.81,</a:t>
            </a:r>
          </a:p>
          <a:p>
            <a:pPr>
              <a:spcBef>
                <a:spcPts val="0"/>
              </a:spcBef>
            </a:pPr>
            <a:r>
              <a:rPr lang="en" sz="2400"/>
              <a:t>-3.1,</a:t>
            </a:r>
          </a:p>
          <a:p>
            <a:pPr>
              <a:spcBef>
                <a:spcPts val="0"/>
              </a:spcBef>
            </a:pPr>
            <a:r>
              <a:rPr lang="en" sz="2400"/>
              <a:t>-1.5,</a:t>
            </a:r>
          </a:p>
          <a:p>
            <a:pPr>
              <a:spcBef>
                <a:spcPts val="0"/>
              </a:spcBef>
            </a:pPr>
            <a:r>
              <a:rPr lang="en" sz="2400"/>
              <a:t>0.33,…] </a:t>
            </a:r>
          </a:p>
          <a:p>
            <a:pPr>
              <a:spcBef>
                <a:spcPts val="0"/>
              </a:spcBef>
            </a:pPr>
            <a:r>
              <a:rPr lang="en" sz="2400" b="1">
                <a:solidFill>
                  <a:srgbClr val="FF0000"/>
                </a:solidFill>
              </a:rPr>
              <a:t>loss 1.25347</a:t>
            </a:r>
          </a:p>
        </p:txBody>
      </p:sp>
      <p:cxnSp>
        <p:nvCxnSpPr>
          <p:cNvPr id="1020" name="Shape 1020"/>
          <p:cNvCxnSpPr/>
          <p:nvPr/>
        </p:nvCxnSpPr>
        <p:spPr>
          <a:xfrm>
            <a:off x="2326800" y="921101"/>
            <a:ext cx="0" cy="4398299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lg" len="lg"/>
            <a:tailEnd type="none" w="lg" len="lg"/>
          </a:ln>
        </p:spPr>
      </p:cxnSp>
      <p:sp>
        <p:nvSpPr>
          <p:cNvPr id="1021" name="Shape 1021"/>
          <p:cNvSpPr txBox="1"/>
          <p:nvPr/>
        </p:nvSpPr>
        <p:spPr>
          <a:xfrm>
            <a:off x="2406825" y="894550"/>
            <a:ext cx="3394500" cy="393600"/>
          </a:xfrm>
          <a:prstGeom prst="rect">
            <a:avLst/>
          </a:prstGeom>
          <a:noFill/>
          <a:ln>
            <a:noFill/>
          </a:ln>
        </p:spPr>
        <p:txBody>
          <a:bodyPr lIns="91425" tIns="91425" rIns="91425" bIns="91425" anchor="t" anchorCtr="0">
            <a:noAutofit/>
          </a:bodyPr>
          <a:lstStyle/>
          <a:p>
            <a:pPr>
              <a:spcBef>
                <a:spcPts val="0"/>
              </a:spcBef>
            </a:pPr>
            <a:r>
              <a:rPr lang="en" sz="2400" b="1"/>
              <a:t>W + h </a:t>
            </a:r>
            <a:r>
              <a:rPr lang="en" sz="2400"/>
              <a:t>(third dim)</a:t>
            </a:r>
            <a:r>
              <a:rPr lang="en" sz="2400" b="1"/>
              <a:t>:</a:t>
            </a:r>
          </a:p>
          <a:p>
            <a:pPr>
              <a:spcBef>
                <a:spcPts val="0"/>
              </a:spcBef>
            </a:pPr>
            <a:endParaRPr sz="2400" b="1"/>
          </a:p>
          <a:p>
            <a:pPr>
              <a:spcBef>
                <a:spcPts val="0"/>
              </a:spcBef>
            </a:pPr>
            <a:r>
              <a:rPr lang="en" sz="2400"/>
              <a:t>[0.34,</a:t>
            </a:r>
          </a:p>
          <a:p>
            <a:pPr>
              <a:spcBef>
                <a:spcPts val="0"/>
              </a:spcBef>
            </a:pPr>
            <a:r>
              <a:rPr lang="en" sz="2400"/>
              <a:t>-1.11,</a:t>
            </a:r>
          </a:p>
          <a:p>
            <a:pPr>
              <a:spcBef>
                <a:spcPts val="0"/>
              </a:spcBef>
            </a:pPr>
            <a:r>
              <a:rPr lang="en" sz="2400"/>
              <a:t>0.78</a:t>
            </a:r>
            <a:r>
              <a:rPr lang="en" sz="2400">
                <a:solidFill>
                  <a:schemeClr val="dk1"/>
                </a:solidFill>
              </a:rPr>
              <a:t> + </a:t>
            </a:r>
            <a:r>
              <a:rPr lang="en" sz="2400" b="1">
                <a:solidFill>
                  <a:schemeClr val="dk1"/>
                </a:solidFill>
              </a:rPr>
              <a:t>0.0001</a:t>
            </a:r>
            <a:r>
              <a:rPr lang="en" sz="2400"/>
              <a:t>,</a:t>
            </a:r>
          </a:p>
          <a:p>
            <a:pPr>
              <a:spcBef>
                <a:spcPts val="0"/>
              </a:spcBef>
            </a:pPr>
            <a:r>
              <a:rPr lang="en" sz="2400"/>
              <a:t>0.12,</a:t>
            </a:r>
          </a:p>
          <a:p>
            <a:pPr>
              <a:spcBef>
                <a:spcPts val="0"/>
              </a:spcBef>
            </a:pPr>
            <a:r>
              <a:rPr lang="en" sz="2400"/>
              <a:t>0.55,</a:t>
            </a:r>
          </a:p>
          <a:p>
            <a:pPr>
              <a:spcBef>
                <a:spcPts val="0"/>
              </a:spcBef>
            </a:pPr>
            <a:r>
              <a:rPr lang="en" sz="2400"/>
              <a:t>2.81,</a:t>
            </a:r>
          </a:p>
          <a:p>
            <a:pPr>
              <a:spcBef>
                <a:spcPts val="0"/>
              </a:spcBef>
            </a:pPr>
            <a:r>
              <a:rPr lang="en" sz="2400"/>
              <a:t>-3.1,</a:t>
            </a:r>
          </a:p>
          <a:p>
            <a:pPr>
              <a:spcBef>
                <a:spcPts val="0"/>
              </a:spcBef>
            </a:pPr>
            <a:r>
              <a:rPr lang="en" sz="2400"/>
              <a:t>-1.5,</a:t>
            </a:r>
          </a:p>
          <a:p>
            <a:pPr>
              <a:spcBef>
                <a:spcPts val="0"/>
              </a:spcBef>
            </a:pPr>
            <a:r>
              <a:rPr lang="en" sz="2400"/>
              <a:t>0.33,…] </a:t>
            </a:r>
          </a:p>
          <a:p>
            <a:pPr>
              <a:spcBef>
                <a:spcPts val="0"/>
              </a:spcBef>
            </a:pPr>
            <a:r>
              <a:rPr lang="en" sz="2400" b="1">
                <a:solidFill>
                  <a:srgbClr val="FF0000"/>
                </a:solidFill>
              </a:rPr>
              <a:t>loss 1.25347</a:t>
            </a:r>
          </a:p>
        </p:txBody>
      </p:sp>
      <p:sp>
        <p:nvSpPr>
          <p:cNvPr id="1023" name="Shape 1023"/>
          <p:cNvSpPr/>
          <p:nvPr/>
        </p:nvSpPr>
        <p:spPr>
          <a:xfrm>
            <a:off x="5678650" y="3329100"/>
            <a:ext cx="3394500" cy="1489800"/>
          </a:xfrm>
          <a:prstGeom prst="rect">
            <a:avLst/>
          </a:prstGeom>
          <a:solidFill>
            <a:srgbClr val="FFFFFF"/>
          </a:solidFill>
          <a:ln w="9525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  <p:txBody>
          <a:bodyPr lIns="91425" tIns="91425" rIns="91425" bIns="91425" anchor="ctr" anchorCtr="0">
            <a:noAutofit/>
          </a:bodyPr>
          <a:lstStyle/>
          <a:p>
            <a:pPr>
              <a:spcBef>
                <a:spcPts val="0"/>
              </a:spcBef>
            </a:pPr>
            <a:endParaRPr/>
          </a:p>
        </p:txBody>
      </p:sp>
      <p:pic>
        <p:nvPicPr>
          <p:cNvPr id="1024" name="Shape 1024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6281401" y="4091101"/>
            <a:ext cx="2289975" cy="539525"/>
          </a:xfrm>
          <a:prstGeom prst="rect">
            <a:avLst/>
          </a:prstGeom>
          <a:noFill/>
          <a:ln w="19050" cap="flat" cmpd="sng">
            <a:solidFill>
              <a:srgbClr val="38761D"/>
            </a:solidFill>
            <a:prstDash val="solid"/>
            <a:round/>
            <a:headEnd type="none" w="med" len="med"/>
            <a:tailEnd type="none" w="med" len="med"/>
          </a:ln>
        </p:spPr>
      </p:pic>
      <p:sp>
        <p:nvSpPr>
          <p:cNvPr id="1025" name="Shape 1025"/>
          <p:cNvSpPr txBox="1"/>
          <p:nvPr/>
        </p:nvSpPr>
        <p:spPr>
          <a:xfrm>
            <a:off x="5678650" y="3317450"/>
            <a:ext cx="3394500" cy="627000"/>
          </a:xfrm>
          <a:prstGeom prst="rect">
            <a:avLst/>
          </a:prstGeom>
          <a:noFill/>
          <a:ln>
            <a:noFill/>
          </a:ln>
        </p:spPr>
        <p:txBody>
          <a:bodyPr lIns="91425" tIns="91425" rIns="91425" bIns="91425" anchor="t" anchorCtr="0">
            <a:noAutofit/>
          </a:bodyPr>
          <a:lstStyle/>
          <a:p>
            <a:pPr>
              <a:spcBef>
                <a:spcPts val="0"/>
              </a:spcBef>
            </a:pPr>
            <a:r>
              <a:rPr lang="en" sz="2000">
                <a:solidFill>
                  <a:srgbClr val="38761D"/>
                </a:solidFill>
              </a:rPr>
              <a:t>(</a:t>
            </a:r>
            <a:r>
              <a:rPr lang="en" sz="2000">
                <a:solidFill>
                  <a:srgbClr val="FF0000"/>
                </a:solidFill>
              </a:rPr>
              <a:t>1.25347</a:t>
            </a:r>
            <a:r>
              <a:rPr lang="en" sz="2000">
                <a:solidFill>
                  <a:srgbClr val="38761D"/>
                </a:solidFill>
              </a:rPr>
              <a:t> - </a:t>
            </a:r>
            <a:r>
              <a:rPr lang="en" sz="2000">
                <a:solidFill>
                  <a:srgbClr val="FF0000"/>
                </a:solidFill>
              </a:rPr>
              <a:t>1.25347</a:t>
            </a:r>
            <a:r>
              <a:rPr lang="en" sz="2000">
                <a:solidFill>
                  <a:srgbClr val="38761D"/>
                </a:solidFill>
              </a:rPr>
              <a:t>)/0.0001</a:t>
            </a:r>
          </a:p>
          <a:p>
            <a:pPr>
              <a:spcBef>
                <a:spcPts val="0"/>
              </a:spcBef>
            </a:pPr>
            <a:r>
              <a:rPr lang="en" sz="2000">
                <a:solidFill>
                  <a:srgbClr val="38761D"/>
                </a:solidFill>
              </a:rPr>
              <a:t>= 0</a:t>
            </a:r>
          </a:p>
        </p:txBody>
      </p:sp>
      <p:cxnSp>
        <p:nvCxnSpPr>
          <p:cNvPr id="1026" name="Shape 1026"/>
          <p:cNvCxnSpPr>
            <a:stCxn id="1025" idx="0"/>
          </p:cNvCxnSpPr>
          <p:nvPr/>
        </p:nvCxnSpPr>
        <p:spPr>
          <a:xfrm rot="10800000">
            <a:off x="6966100" y="2730050"/>
            <a:ext cx="409800" cy="58740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lg" len="lg"/>
            <a:tailEnd type="triangle" w="lg" len="lg"/>
          </a:ln>
        </p:spPr>
      </p:cxnSp>
      <p:cxnSp>
        <p:nvCxnSpPr>
          <p:cNvPr id="11" name="Shape 1001">
            <a:extLst>
              <a:ext uri="{FF2B5EF4-FFF2-40B4-BE49-F238E27FC236}">
                <a16:creationId xmlns:a16="http://schemas.microsoft.com/office/drawing/2014/main" id="{B86FF663-77F8-3946-B459-AB101F2D2D3F}"/>
              </a:ext>
            </a:extLst>
          </p:cNvPr>
          <p:cNvCxnSpPr/>
          <p:nvPr/>
        </p:nvCxnSpPr>
        <p:spPr>
          <a:xfrm>
            <a:off x="5562600" y="942376"/>
            <a:ext cx="0" cy="4426499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lg" len="lg"/>
            <a:tailEnd type="none" w="lg" len="lg"/>
          </a:ln>
        </p:spPr>
      </p:cxnSp>
    </p:spTree>
    <p:extLst>
      <p:ext uri="{BB962C8B-B14F-4D97-AF65-F5344CB8AC3E}">
        <p14:creationId xmlns:p14="http://schemas.microsoft.com/office/powerpoint/2010/main" val="2589418549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3" name="Shape 1043"/>
          <p:cNvSpPr txBox="1"/>
          <p:nvPr/>
        </p:nvSpPr>
        <p:spPr>
          <a:xfrm>
            <a:off x="377210" y="1714903"/>
            <a:ext cx="8309796" cy="4101187"/>
          </a:xfrm>
          <a:prstGeom prst="rect">
            <a:avLst/>
          </a:prstGeom>
          <a:noFill/>
          <a:ln>
            <a:noFill/>
          </a:ln>
        </p:spPr>
        <p:txBody>
          <a:bodyPr lIns="91425" tIns="91425" rIns="91425" bIns="91425" anchor="t" anchorCtr="0">
            <a:noAutofit/>
          </a:bodyPr>
          <a:lstStyle/>
          <a:p>
            <a:pPr marL="76200" algn="l">
              <a:buSzPct val="100000"/>
            </a:pPr>
            <a:r>
              <a:rPr lang="en" sz="2400" b="1" dirty="0"/>
              <a:t>1) </a:t>
            </a:r>
            <a:r>
              <a:rPr lang="en-US" sz="2400" b="1" dirty="0"/>
              <a:t>Numerical approach</a:t>
            </a:r>
            <a:endParaRPr lang="en" sz="2400" b="1" dirty="0"/>
          </a:p>
          <a:p>
            <a:pPr marL="419100" indent="-342900" algn="l">
              <a:spcBef>
                <a:spcPts val="0"/>
              </a:spcBef>
              <a:buSzPct val="100000"/>
              <a:buFont typeface="Arial" panose="020B0604020202020204" pitchFamily="34" charset="0"/>
              <a:buChar char="•"/>
            </a:pPr>
            <a:r>
              <a:rPr lang="en-US" sz="2400" dirty="0"/>
              <a:t>We choose a small positive </a:t>
            </a:r>
            <a:r>
              <a:rPr lang="en" sz="2400" dirty="0"/>
              <a:t>h </a:t>
            </a:r>
            <a:r>
              <a:rPr lang="en-US" sz="2400" dirty="0"/>
              <a:t>and apply the</a:t>
            </a:r>
            <a:r>
              <a:rPr lang="en" sz="2400" dirty="0"/>
              <a:t> formula:</a:t>
            </a:r>
          </a:p>
          <a:p>
            <a:pPr marL="457200" indent="-381000" algn="l">
              <a:spcBef>
                <a:spcPts val="0"/>
              </a:spcBef>
              <a:buSzPct val="100000"/>
              <a:buChar char="-"/>
            </a:pPr>
            <a:endParaRPr lang="en" sz="2400" dirty="0"/>
          </a:p>
          <a:p>
            <a:pPr marL="76200" algn="l">
              <a:spcBef>
                <a:spcPts val="0"/>
              </a:spcBef>
              <a:buSzPct val="100000"/>
            </a:pPr>
            <a:endParaRPr lang="en" sz="2400" dirty="0"/>
          </a:p>
          <a:p>
            <a:pPr marL="457200" indent="-381000" algn="l">
              <a:spcBef>
                <a:spcPts val="0"/>
              </a:spcBef>
              <a:buSzPct val="100000"/>
              <a:buChar char="-"/>
            </a:pPr>
            <a:r>
              <a:rPr lang="en-US" sz="2400" dirty="0"/>
              <a:t>We obtain an approximate value</a:t>
            </a:r>
            <a:endParaRPr lang="en" sz="2400" dirty="0"/>
          </a:p>
          <a:p>
            <a:pPr marL="457200" indent="-381000" algn="l">
              <a:spcBef>
                <a:spcPts val="0"/>
              </a:spcBef>
              <a:buSzPct val="100000"/>
              <a:buChar char="-"/>
            </a:pPr>
            <a:r>
              <a:rPr lang="en-US" sz="2400" dirty="0"/>
              <a:t>Very slow to compute</a:t>
            </a:r>
            <a:endParaRPr lang="en" sz="2400" dirty="0"/>
          </a:p>
          <a:p>
            <a:pPr marL="457200" indent="-381000" algn="l">
              <a:spcBef>
                <a:spcPts val="0"/>
              </a:spcBef>
              <a:buSzPct val="100000"/>
              <a:buChar char="-"/>
            </a:pPr>
            <a:endParaRPr lang="en" sz="2400" dirty="0"/>
          </a:p>
          <a:p>
            <a:pPr marL="76200" algn="l">
              <a:buSzPct val="100000"/>
            </a:pPr>
            <a:r>
              <a:rPr lang="en" sz="2400" b="1" dirty="0"/>
              <a:t>2) </a:t>
            </a:r>
            <a:r>
              <a:rPr lang="en-US" sz="2400" b="1" dirty="0"/>
              <a:t>Analytic approach</a:t>
            </a:r>
          </a:p>
          <a:p>
            <a:pPr marL="419100" indent="-342900" algn="l">
              <a:buSzPct val="100000"/>
              <a:buFont typeface="Arial" panose="020B0604020202020204" pitchFamily="34" charset="0"/>
              <a:buChar char="•"/>
            </a:pPr>
            <a:r>
              <a:rPr lang="en-US" sz="2400" dirty="0"/>
              <a:t>We use calculus to determine the gradient’s formula as a function of X and W</a:t>
            </a:r>
            <a:endParaRPr lang="en" sz="2400" dirty="0"/>
          </a:p>
        </p:txBody>
      </p:sp>
      <p:sp>
        <p:nvSpPr>
          <p:cNvPr id="1040" name="Shape 1040"/>
          <p:cNvSpPr txBox="1"/>
          <p:nvPr/>
        </p:nvSpPr>
        <p:spPr>
          <a:xfrm>
            <a:off x="378106" y="526043"/>
            <a:ext cx="8475600" cy="765300"/>
          </a:xfrm>
          <a:prstGeom prst="rect">
            <a:avLst/>
          </a:prstGeom>
          <a:noFill/>
          <a:ln>
            <a:noFill/>
          </a:ln>
        </p:spPr>
        <p:txBody>
          <a:bodyPr lIns="91425" tIns="91425" rIns="91425" bIns="91425" anchor="t" anchorCtr="0">
            <a:noAutofit/>
          </a:bodyPr>
          <a:lstStyle/>
          <a:p>
            <a:pPr>
              <a:spcBef>
                <a:spcPts val="0"/>
              </a:spcBef>
            </a:pPr>
            <a:r>
              <a:rPr lang="en-US" sz="3200" dirty="0"/>
              <a:t>Gradient Evaluation</a:t>
            </a:r>
            <a:endParaRPr lang="en" sz="3200" dirty="0"/>
          </a:p>
        </p:txBody>
      </p:sp>
      <p:pic>
        <p:nvPicPr>
          <p:cNvPr id="1041" name="Shape 1041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897619" y="2562024"/>
            <a:ext cx="3248273" cy="765299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218430368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4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4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4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4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4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98" name="Shape 1098"/>
          <p:cNvSpPr txBox="1"/>
          <p:nvPr/>
        </p:nvSpPr>
        <p:spPr>
          <a:xfrm>
            <a:off x="6503301" y="942375"/>
            <a:ext cx="2355299" cy="393600"/>
          </a:xfrm>
          <a:prstGeom prst="rect">
            <a:avLst/>
          </a:prstGeom>
          <a:noFill/>
          <a:ln>
            <a:noFill/>
          </a:ln>
        </p:spPr>
        <p:txBody>
          <a:bodyPr lIns="91425" tIns="91425" rIns="91425" bIns="91425" anchor="t" anchorCtr="0">
            <a:noAutofit/>
          </a:bodyPr>
          <a:lstStyle/>
          <a:p>
            <a:pPr>
              <a:spcBef>
                <a:spcPts val="0"/>
              </a:spcBef>
            </a:pPr>
            <a:r>
              <a:rPr lang="en" sz="2400" b="1">
                <a:solidFill>
                  <a:srgbClr val="0000FF"/>
                </a:solidFill>
              </a:rPr>
              <a:t>gradient dW:</a:t>
            </a:r>
          </a:p>
          <a:p>
            <a:pPr>
              <a:spcBef>
                <a:spcPts val="0"/>
              </a:spcBef>
            </a:pPr>
            <a:endParaRPr sz="2400" b="1">
              <a:solidFill>
                <a:srgbClr val="0000FF"/>
              </a:solidFill>
            </a:endParaRPr>
          </a:p>
          <a:p>
            <a:pPr>
              <a:spcBef>
                <a:spcPts val="0"/>
              </a:spcBef>
            </a:pPr>
            <a:r>
              <a:rPr lang="en" sz="2400">
                <a:solidFill>
                  <a:srgbClr val="0000FF"/>
                </a:solidFill>
              </a:rPr>
              <a:t>[-2.5,</a:t>
            </a:r>
          </a:p>
          <a:p>
            <a:pPr>
              <a:spcBef>
                <a:spcPts val="0"/>
              </a:spcBef>
            </a:pPr>
            <a:r>
              <a:rPr lang="en" sz="2400">
                <a:solidFill>
                  <a:srgbClr val="0000FF"/>
                </a:solidFill>
              </a:rPr>
              <a:t>0.6,</a:t>
            </a:r>
          </a:p>
          <a:p>
            <a:pPr>
              <a:spcBef>
                <a:spcPts val="0"/>
              </a:spcBef>
            </a:pPr>
            <a:r>
              <a:rPr lang="en" sz="2400">
                <a:solidFill>
                  <a:srgbClr val="0000FF"/>
                </a:solidFill>
              </a:rPr>
              <a:t>0,</a:t>
            </a:r>
          </a:p>
          <a:p>
            <a:pPr>
              <a:spcBef>
                <a:spcPts val="0"/>
              </a:spcBef>
            </a:pPr>
            <a:r>
              <a:rPr lang="en" sz="2400">
                <a:solidFill>
                  <a:srgbClr val="0000FF"/>
                </a:solidFill>
              </a:rPr>
              <a:t>0.2,</a:t>
            </a:r>
          </a:p>
          <a:p>
            <a:pPr>
              <a:spcBef>
                <a:spcPts val="0"/>
              </a:spcBef>
            </a:pPr>
            <a:r>
              <a:rPr lang="en" sz="2400">
                <a:solidFill>
                  <a:srgbClr val="0000FF"/>
                </a:solidFill>
              </a:rPr>
              <a:t>0.7,</a:t>
            </a:r>
          </a:p>
          <a:p>
            <a:pPr>
              <a:spcBef>
                <a:spcPts val="0"/>
              </a:spcBef>
            </a:pPr>
            <a:r>
              <a:rPr lang="en" sz="2400">
                <a:solidFill>
                  <a:srgbClr val="0000FF"/>
                </a:solidFill>
              </a:rPr>
              <a:t>-0.5,</a:t>
            </a:r>
          </a:p>
          <a:p>
            <a:pPr>
              <a:spcBef>
                <a:spcPts val="0"/>
              </a:spcBef>
            </a:pPr>
            <a:r>
              <a:rPr lang="en" sz="2400">
                <a:solidFill>
                  <a:srgbClr val="0000FF"/>
                </a:solidFill>
              </a:rPr>
              <a:t>1.1,</a:t>
            </a:r>
          </a:p>
          <a:p>
            <a:pPr>
              <a:spcBef>
                <a:spcPts val="0"/>
              </a:spcBef>
            </a:pPr>
            <a:r>
              <a:rPr lang="en" sz="2400">
                <a:solidFill>
                  <a:srgbClr val="0000FF"/>
                </a:solidFill>
              </a:rPr>
              <a:t>1.3,</a:t>
            </a:r>
          </a:p>
          <a:p>
            <a:pPr>
              <a:spcBef>
                <a:spcPts val="0"/>
              </a:spcBef>
            </a:pPr>
            <a:r>
              <a:rPr lang="en" sz="2400">
                <a:solidFill>
                  <a:srgbClr val="0000FF"/>
                </a:solidFill>
              </a:rPr>
              <a:t>-2.1,…]</a:t>
            </a:r>
          </a:p>
        </p:txBody>
      </p:sp>
      <p:sp>
        <p:nvSpPr>
          <p:cNvPr id="1099" name="Shape 1099"/>
          <p:cNvSpPr txBox="1"/>
          <p:nvPr/>
        </p:nvSpPr>
        <p:spPr>
          <a:xfrm>
            <a:off x="197026" y="894550"/>
            <a:ext cx="2355299" cy="393600"/>
          </a:xfrm>
          <a:prstGeom prst="rect">
            <a:avLst/>
          </a:prstGeom>
          <a:noFill/>
          <a:ln>
            <a:noFill/>
          </a:ln>
        </p:spPr>
        <p:txBody>
          <a:bodyPr lIns="91425" tIns="91425" rIns="91425" bIns="91425" anchor="t" anchorCtr="0">
            <a:noAutofit/>
          </a:bodyPr>
          <a:lstStyle/>
          <a:p>
            <a:pPr>
              <a:spcBef>
                <a:spcPts val="0"/>
              </a:spcBef>
            </a:pPr>
            <a:r>
              <a:rPr lang="en" sz="2400" b="1"/>
              <a:t>current W:</a:t>
            </a:r>
          </a:p>
          <a:p>
            <a:pPr>
              <a:spcBef>
                <a:spcPts val="0"/>
              </a:spcBef>
            </a:pPr>
            <a:endParaRPr sz="2400" b="1"/>
          </a:p>
          <a:p>
            <a:pPr>
              <a:spcBef>
                <a:spcPts val="0"/>
              </a:spcBef>
            </a:pPr>
            <a:r>
              <a:rPr lang="en" sz="2400"/>
              <a:t>[0.34,</a:t>
            </a:r>
          </a:p>
          <a:p>
            <a:pPr>
              <a:spcBef>
                <a:spcPts val="0"/>
              </a:spcBef>
            </a:pPr>
            <a:r>
              <a:rPr lang="en" sz="2400"/>
              <a:t>-1.11,</a:t>
            </a:r>
          </a:p>
          <a:p>
            <a:pPr>
              <a:spcBef>
                <a:spcPts val="0"/>
              </a:spcBef>
            </a:pPr>
            <a:r>
              <a:rPr lang="en" sz="2400"/>
              <a:t>0.78,</a:t>
            </a:r>
          </a:p>
          <a:p>
            <a:pPr>
              <a:spcBef>
                <a:spcPts val="0"/>
              </a:spcBef>
            </a:pPr>
            <a:r>
              <a:rPr lang="en" sz="2400"/>
              <a:t>0.12,</a:t>
            </a:r>
          </a:p>
          <a:p>
            <a:pPr>
              <a:spcBef>
                <a:spcPts val="0"/>
              </a:spcBef>
            </a:pPr>
            <a:r>
              <a:rPr lang="en" sz="2400"/>
              <a:t>0.55,</a:t>
            </a:r>
          </a:p>
          <a:p>
            <a:pPr>
              <a:spcBef>
                <a:spcPts val="0"/>
              </a:spcBef>
            </a:pPr>
            <a:r>
              <a:rPr lang="en" sz="2400"/>
              <a:t>2.81,</a:t>
            </a:r>
          </a:p>
          <a:p>
            <a:pPr>
              <a:spcBef>
                <a:spcPts val="0"/>
              </a:spcBef>
            </a:pPr>
            <a:r>
              <a:rPr lang="en" sz="2400"/>
              <a:t>-3.1,</a:t>
            </a:r>
          </a:p>
          <a:p>
            <a:pPr>
              <a:spcBef>
                <a:spcPts val="0"/>
              </a:spcBef>
            </a:pPr>
            <a:r>
              <a:rPr lang="en" sz="2400"/>
              <a:t>-1.5,</a:t>
            </a:r>
          </a:p>
          <a:p>
            <a:pPr>
              <a:spcBef>
                <a:spcPts val="0"/>
              </a:spcBef>
            </a:pPr>
            <a:r>
              <a:rPr lang="en" sz="2400"/>
              <a:t>0.33,…] </a:t>
            </a:r>
          </a:p>
          <a:p>
            <a:pPr>
              <a:spcBef>
                <a:spcPts val="0"/>
              </a:spcBef>
            </a:pPr>
            <a:r>
              <a:rPr lang="en" sz="2400" b="1">
                <a:solidFill>
                  <a:srgbClr val="FF0000"/>
                </a:solidFill>
              </a:rPr>
              <a:t>loss 1.25347</a:t>
            </a:r>
          </a:p>
        </p:txBody>
      </p:sp>
      <p:cxnSp>
        <p:nvCxnSpPr>
          <p:cNvPr id="1100" name="Shape 1100"/>
          <p:cNvCxnSpPr/>
          <p:nvPr/>
        </p:nvCxnSpPr>
        <p:spPr>
          <a:xfrm>
            <a:off x="2326800" y="921101"/>
            <a:ext cx="0" cy="4398299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lg" len="lg"/>
            <a:tailEnd type="none" w="lg" len="lg"/>
          </a:ln>
        </p:spPr>
      </p:cxnSp>
      <p:sp>
        <p:nvSpPr>
          <p:cNvPr id="1101" name="Shape 1101"/>
          <p:cNvSpPr txBox="1"/>
          <p:nvPr/>
        </p:nvSpPr>
        <p:spPr>
          <a:xfrm>
            <a:off x="2827025" y="1900050"/>
            <a:ext cx="2812500" cy="3093000"/>
          </a:xfrm>
          <a:prstGeom prst="rect">
            <a:avLst/>
          </a:prstGeom>
          <a:noFill/>
          <a:ln>
            <a:noFill/>
          </a:ln>
        </p:spPr>
        <p:txBody>
          <a:bodyPr lIns="91425" tIns="91425" rIns="91425" bIns="91425" anchor="t" anchorCtr="0">
            <a:noAutofit/>
          </a:bodyPr>
          <a:lstStyle/>
          <a:p>
            <a:pPr>
              <a:spcBef>
                <a:spcPts val="0"/>
              </a:spcBef>
            </a:pPr>
            <a:r>
              <a:rPr lang="en" sz="2400" dirty="0" err="1">
                <a:solidFill>
                  <a:srgbClr val="0000FF"/>
                </a:solidFill>
              </a:rPr>
              <a:t>dW</a:t>
            </a:r>
            <a:r>
              <a:rPr lang="en" sz="2400" dirty="0">
                <a:solidFill>
                  <a:srgbClr val="0000FF"/>
                </a:solidFill>
              </a:rPr>
              <a:t> = ...</a:t>
            </a:r>
          </a:p>
          <a:p>
            <a:pPr>
              <a:spcBef>
                <a:spcPts val="0"/>
              </a:spcBef>
            </a:pPr>
            <a:r>
              <a:rPr lang="en" sz="2400" dirty="0">
                <a:solidFill>
                  <a:srgbClr val="0000FF"/>
                </a:solidFill>
              </a:rPr>
              <a:t>(some function of x and W)</a:t>
            </a:r>
          </a:p>
        </p:txBody>
      </p:sp>
      <p:cxnSp>
        <p:nvCxnSpPr>
          <p:cNvPr id="1102" name="Shape 1102"/>
          <p:cNvCxnSpPr/>
          <p:nvPr/>
        </p:nvCxnSpPr>
        <p:spPr>
          <a:xfrm>
            <a:off x="4036425" y="3311726"/>
            <a:ext cx="2227500" cy="574499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lg" len="lg"/>
            <a:tailEnd type="triangle" w="lg" len="lg"/>
          </a:ln>
        </p:spPr>
      </p:cxnSp>
    </p:spTree>
    <p:extLst>
      <p:ext uri="{BB962C8B-B14F-4D97-AF65-F5344CB8AC3E}">
        <p14:creationId xmlns:p14="http://schemas.microsoft.com/office/powerpoint/2010/main" val="902116715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A screen shot of a person&#10;&#10;Description automatically generated">
            <a:extLst>
              <a:ext uri="{FF2B5EF4-FFF2-40B4-BE49-F238E27FC236}">
                <a16:creationId xmlns:a16="http://schemas.microsoft.com/office/drawing/2014/main" id="{306FA4DC-D23F-7C4D-AB38-409868FEF1A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00200" y="7172"/>
            <a:ext cx="5943600" cy="687366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36739762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3" name="Shape 1043"/>
          <p:cNvSpPr txBox="1"/>
          <p:nvPr/>
        </p:nvSpPr>
        <p:spPr>
          <a:xfrm>
            <a:off x="377210" y="762000"/>
            <a:ext cx="8309796" cy="6096000"/>
          </a:xfrm>
          <a:prstGeom prst="rect">
            <a:avLst/>
          </a:prstGeom>
          <a:noFill/>
          <a:ln>
            <a:noFill/>
          </a:ln>
        </p:spPr>
        <p:txBody>
          <a:bodyPr lIns="91425" tIns="91425" rIns="91425" bIns="91425" anchor="t" anchorCtr="0">
            <a:noAutofit/>
          </a:bodyPr>
          <a:lstStyle/>
          <a:p>
            <a:pPr marL="76200" algn="l">
              <a:buSzPct val="100000"/>
            </a:pPr>
            <a:r>
              <a:rPr lang="ro-RO" sz="2400" dirty="0">
                <a:solidFill>
                  <a:srgbClr val="0000FF"/>
                </a:solidFill>
                <a:latin typeface="Courier"/>
                <a:cs typeface="Courier"/>
              </a:rPr>
              <a:t>def</a:t>
            </a:r>
            <a:r>
              <a:rPr lang="mr-IN" sz="2400" dirty="0">
                <a:latin typeface="Courier"/>
                <a:cs typeface="Courier"/>
              </a:rPr>
              <a:t> </a:t>
            </a:r>
            <a:r>
              <a:rPr lang="mr-IN" sz="2400" dirty="0" err="1">
                <a:latin typeface="Courier"/>
                <a:cs typeface="Courier"/>
              </a:rPr>
              <a:t>f</a:t>
            </a:r>
            <a:r>
              <a:rPr lang="mr-IN" sz="2400" dirty="0">
                <a:latin typeface="Courier"/>
                <a:cs typeface="Courier"/>
              </a:rPr>
              <a:t>(</a:t>
            </a:r>
            <a:r>
              <a:rPr lang="mr-IN" sz="2400" dirty="0" err="1">
                <a:latin typeface="Courier"/>
                <a:cs typeface="Courier"/>
              </a:rPr>
              <a:t>x</a:t>
            </a:r>
            <a:r>
              <a:rPr lang="mr-IN" sz="2400" dirty="0">
                <a:latin typeface="Courier"/>
                <a:cs typeface="Courier"/>
              </a:rPr>
              <a:t>)</a:t>
            </a:r>
            <a:r>
              <a:rPr lang="ro-RO" sz="2400" dirty="0">
                <a:latin typeface="Courier"/>
                <a:cs typeface="Courier"/>
              </a:rPr>
              <a:t>:</a:t>
            </a:r>
            <a:endParaRPr lang="mr-IN" sz="2400" dirty="0">
              <a:latin typeface="Courier"/>
              <a:cs typeface="Courier"/>
            </a:endParaRPr>
          </a:p>
          <a:p>
            <a:pPr marL="76200" algn="l">
              <a:buSzPct val="100000"/>
            </a:pPr>
            <a:r>
              <a:rPr lang="ro-RO" sz="2400" dirty="0">
                <a:latin typeface="Courier"/>
                <a:cs typeface="Courier"/>
              </a:rPr>
              <a:t>    </a:t>
            </a:r>
            <a:r>
              <a:rPr lang="mr-IN" sz="2400" dirty="0" err="1">
                <a:latin typeface="Courier"/>
                <a:cs typeface="Courier"/>
              </a:rPr>
              <a:t>y</a:t>
            </a:r>
            <a:r>
              <a:rPr lang="mr-IN" sz="2400" dirty="0">
                <a:latin typeface="Courier"/>
                <a:cs typeface="Courier"/>
              </a:rPr>
              <a:t> = 0.5 * </a:t>
            </a:r>
            <a:r>
              <a:rPr lang="ro-RO" sz="2400" dirty="0">
                <a:latin typeface="Courier"/>
                <a:cs typeface="Courier"/>
              </a:rPr>
              <a:t>(</a:t>
            </a:r>
            <a:r>
              <a:rPr lang="mr-IN" sz="2400" dirty="0" err="1">
                <a:latin typeface="Courier"/>
                <a:cs typeface="Courier"/>
              </a:rPr>
              <a:t>x</a:t>
            </a:r>
            <a:r>
              <a:rPr lang="ro-RO" sz="2400" dirty="0">
                <a:latin typeface="Courier"/>
                <a:cs typeface="Courier"/>
              </a:rPr>
              <a:t>**</a:t>
            </a:r>
            <a:r>
              <a:rPr lang="mr-IN" sz="2400" dirty="0">
                <a:latin typeface="Courier"/>
                <a:cs typeface="Courier"/>
              </a:rPr>
              <a:t>4</a:t>
            </a:r>
            <a:r>
              <a:rPr lang="ro-RO" sz="2400" dirty="0">
                <a:latin typeface="Courier"/>
                <a:cs typeface="Courier"/>
              </a:rPr>
              <a:t>)</a:t>
            </a:r>
            <a:r>
              <a:rPr lang="mr-IN" sz="2400" dirty="0">
                <a:latin typeface="Courier"/>
                <a:cs typeface="Courier"/>
              </a:rPr>
              <a:t> - 2 * </a:t>
            </a:r>
            <a:r>
              <a:rPr lang="ro-RO" sz="2400" dirty="0">
                <a:latin typeface="Courier"/>
                <a:cs typeface="Courier"/>
              </a:rPr>
              <a:t>(</a:t>
            </a:r>
            <a:r>
              <a:rPr lang="mr-IN" sz="2400" dirty="0" err="1">
                <a:latin typeface="Courier"/>
                <a:cs typeface="Courier"/>
              </a:rPr>
              <a:t>x</a:t>
            </a:r>
            <a:r>
              <a:rPr lang="ro-RO" sz="2400" dirty="0">
                <a:latin typeface="Courier"/>
                <a:cs typeface="Courier"/>
              </a:rPr>
              <a:t>**</a:t>
            </a:r>
            <a:r>
              <a:rPr lang="mr-IN" sz="2400" dirty="0">
                <a:latin typeface="Courier"/>
                <a:cs typeface="Courier"/>
              </a:rPr>
              <a:t>2</a:t>
            </a:r>
            <a:r>
              <a:rPr lang="ro-RO" sz="2400" dirty="0">
                <a:latin typeface="Courier"/>
                <a:cs typeface="Courier"/>
              </a:rPr>
              <a:t>)</a:t>
            </a:r>
            <a:r>
              <a:rPr lang="mr-IN" sz="2400" dirty="0">
                <a:latin typeface="Courier"/>
                <a:cs typeface="Courier"/>
              </a:rPr>
              <a:t> + </a:t>
            </a:r>
            <a:r>
              <a:rPr lang="mr-IN" sz="2400" dirty="0" err="1">
                <a:latin typeface="Courier"/>
                <a:cs typeface="Courier"/>
              </a:rPr>
              <a:t>x</a:t>
            </a:r>
            <a:r>
              <a:rPr lang="mr-IN" sz="2400" dirty="0">
                <a:latin typeface="Courier"/>
                <a:cs typeface="Courier"/>
              </a:rPr>
              <a:t> + 5</a:t>
            </a:r>
          </a:p>
          <a:p>
            <a:pPr marL="76200" algn="l">
              <a:buSzPct val="100000"/>
            </a:pPr>
            <a:r>
              <a:rPr lang="en-US" sz="2400" dirty="0">
                <a:solidFill>
                  <a:srgbClr val="0000FF"/>
                </a:solidFill>
                <a:latin typeface="Courier"/>
                <a:cs typeface="Courier"/>
              </a:rPr>
              <a:t>    return </a:t>
            </a:r>
            <a:r>
              <a:rPr lang="en-US" sz="2400" dirty="0">
                <a:latin typeface="Courier"/>
                <a:cs typeface="Courier"/>
              </a:rPr>
              <a:t>y</a:t>
            </a:r>
            <a:endParaRPr lang="en" sz="2400" dirty="0">
              <a:latin typeface="Courier"/>
              <a:cs typeface="Courier"/>
            </a:endParaRPr>
          </a:p>
          <a:p>
            <a:pPr marL="76200" algn="l">
              <a:buSzPct val="100000"/>
            </a:pPr>
            <a:r>
              <a:rPr lang="en" sz="2400" dirty="0">
                <a:solidFill>
                  <a:srgbClr val="008000"/>
                </a:solidFill>
                <a:latin typeface="Courier"/>
                <a:cs typeface="Courier"/>
              </a:rPr>
              <a:t># 1) Numerical </a:t>
            </a:r>
            <a:r>
              <a:rPr lang="en-US" sz="2400" dirty="0">
                <a:solidFill>
                  <a:srgbClr val="008000"/>
                </a:solidFill>
                <a:latin typeface="Courier"/>
                <a:cs typeface="Courier"/>
              </a:rPr>
              <a:t>Method</a:t>
            </a:r>
          </a:p>
          <a:p>
            <a:pPr marL="76200" algn="l">
              <a:buSzPct val="100000"/>
            </a:pPr>
            <a:r>
              <a:rPr lang="en-US" sz="2400" dirty="0">
                <a:latin typeface="Courier"/>
                <a:cs typeface="Courier"/>
              </a:rPr>
              <a:t>h = 0.001</a:t>
            </a:r>
            <a:endParaRPr lang="en" sz="2400" dirty="0">
              <a:latin typeface="Courier"/>
              <a:cs typeface="Courier"/>
            </a:endParaRPr>
          </a:p>
          <a:p>
            <a:pPr marL="76200" algn="l">
              <a:buSzPct val="100000"/>
            </a:pPr>
            <a:r>
              <a:rPr lang="mr-IN" sz="2400" dirty="0" err="1">
                <a:latin typeface="Courier"/>
                <a:cs typeface="Courier"/>
              </a:rPr>
              <a:t>gradient</a:t>
            </a:r>
            <a:r>
              <a:rPr lang="mr-IN" sz="2400" dirty="0">
                <a:latin typeface="Courier"/>
                <a:cs typeface="Courier"/>
              </a:rPr>
              <a:t> = (</a:t>
            </a:r>
            <a:r>
              <a:rPr lang="mr-IN" sz="2400" dirty="0" err="1">
                <a:latin typeface="Courier"/>
                <a:cs typeface="Courier"/>
              </a:rPr>
              <a:t>f</a:t>
            </a:r>
            <a:r>
              <a:rPr lang="mr-IN" sz="2400" dirty="0">
                <a:latin typeface="Courier"/>
                <a:cs typeface="Courier"/>
              </a:rPr>
              <a:t>(</a:t>
            </a:r>
            <a:r>
              <a:rPr lang="mr-IN" sz="2400" dirty="0" err="1">
                <a:latin typeface="Courier"/>
                <a:cs typeface="Courier"/>
              </a:rPr>
              <a:t>x</a:t>
            </a:r>
            <a:r>
              <a:rPr lang="mr-IN" sz="2400" dirty="0">
                <a:latin typeface="Courier"/>
                <a:cs typeface="Courier"/>
              </a:rPr>
              <a:t> + </a:t>
            </a:r>
            <a:r>
              <a:rPr lang="mr-IN" sz="2400" dirty="0" err="1">
                <a:latin typeface="Courier"/>
                <a:cs typeface="Courier"/>
              </a:rPr>
              <a:t>h</a:t>
            </a:r>
            <a:r>
              <a:rPr lang="mr-IN" sz="2400" dirty="0">
                <a:latin typeface="Courier"/>
                <a:cs typeface="Courier"/>
              </a:rPr>
              <a:t>) - </a:t>
            </a:r>
            <a:r>
              <a:rPr lang="mr-IN" sz="2400" dirty="0" err="1">
                <a:latin typeface="Courier"/>
                <a:cs typeface="Courier"/>
              </a:rPr>
              <a:t>f</a:t>
            </a:r>
            <a:r>
              <a:rPr lang="mr-IN" sz="2400" dirty="0">
                <a:latin typeface="Courier"/>
                <a:cs typeface="Courier"/>
              </a:rPr>
              <a:t>(</a:t>
            </a:r>
            <a:r>
              <a:rPr lang="mr-IN" sz="2400" dirty="0" err="1">
                <a:latin typeface="Courier"/>
                <a:cs typeface="Courier"/>
              </a:rPr>
              <a:t>x</a:t>
            </a:r>
            <a:r>
              <a:rPr lang="mr-IN" sz="2400" dirty="0">
                <a:latin typeface="Courier"/>
                <a:cs typeface="Courier"/>
              </a:rPr>
              <a:t>)) / </a:t>
            </a:r>
            <a:r>
              <a:rPr lang="mr-IN" sz="2400" dirty="0" err="1">
                <a:latin typeface="Courier"/>
                <a:cs typeface="Courier"/>
              </a:rPr>
              <a:t>h</a:t>
            </a:r>
            <a:endParaRPr lang="en" sz="2400" dirty="0">
              <a:latin typeface="Courier"/>
              <a:cs typeface="Courier"/>
            </a:endParaRPr>
          </a:p>
          <a:p>
            <a:pPr marL="76200" algn="l">
              <a:buSzPct val="100000"/>
            </a:pPr>
            <a:r>
              <a:rPr lang="en" sz="2400" dirty="0">
                <a:solidFill>
                  <a:srgbClr val="008000"/>
                </a:solidFill>
                <a:latin typeface="Courier"/>
                <a:cs typeface="Courier"/>
              </a:rPr>
              <a:t># 2) </a:t>
            </a:r>
            <a:r>
              <a:rPr lang="en" sz="2400" dirty="0" err="1">
                <a:solidFill>
                  <a:srgbClr val="008000"/>
                </a:solidFill>
                <a:latin typeface="Courier"/>
                <a:cs typeface="Courier"/>
              </a:rPr>
              <a:t>Analy</a:t>
            </a:r>
            <a:r>
              <a:rPr lang="en" sz="2400" dirty="0">
                <a:solidFill>
                  <a:srgbClr val="008000"/>
                </a:solidFill>
                <a:latin typeface="Courier"/>
                <a:cs typeface="Courier"/>
              </a:rPr>
              <a:t> </a:t>
            </a:r>
            <a:r>
              <a:rPr lang="en" sz="2400" dirty="0" err="1">
                <a:solidFill>
                  <a:srgbClr val="008000"/>
                </a:solidFill>
                <a:latin typeface="Courier"/>
                <a:cs typeface="Courier"/>
              </a:rPr>
              <a:t>thic</a:t>
            </a:r>
            <a:r>
              <a:rPr lang="en" sz="2400" dirty="0">
                <a:solidFill>
                  <a:srgbClr val="008000"/>
                </a:solidFill>
                <a:latin typeface="Courier"/>
                <a:cs typeface="Courier"/>
              </a:rPr>
              <a:t> </a:t>
            </a:r>
            <a:r>
              <a:rPr lang="en-US" sz="2400" dirty="0">
                <a:solidFill>
                  <a:srgbClr val="008000"/>
                </a:solidFill>
                <a:latin typeface="Courier"/>
                <a:cs typeface="Courier"/>
              </a:rPr>
              <a:t>Method</a:t>
            </a:r>
          </a:p>
          <a:p>
            <a:pPr marL="76200" algn="l">
              <a:buSzPct val="100000"/>
            </a:pPr>
            <a:r>
              <a:rPr lang="ro-RO" sz="2400" dirty="0">
                <a:solidFill>
                  <a:srgbClr val="0000FF"/>
                </a:solidFill>
                <a:latin typeface="Courier"/>
                <a:cs typeface="Courier"/>
              </a:rPr>
              <a:t>def</a:t>
            </a:r>
            <a:r>
              <a:rPr lang="mr-IN" sz="2400" dirty="0">
                <a:latin typeface="Courier"/>
                <a:cs typeface="Courier"/>
              </a:rPr>
              <a:t> </a:t>
            </a:r>
            <a:r>
              <a:rPr lang="mr-IN" sz="2400" dirty="0" err="1">
                <a:latin typeface="Courier"/>
                <a:cs typeface="Courier"/>
              </a:rPr>
              <a:t>f_prime</a:t>
            </a:r>
            <a:r>
              <a:rPr lang="mr-IN" sz="2400" dirty="0">
                <a:latin typeface="Courier"/>
                <a:cs typeface="Courier"/>
              </a:rPr>
              <a:t>(</a:t>
            </a:r>
            <a:r>
              <a:rPr lang="mr-IN" sz="2400" dirty="0" err="1">
                <a:latin typeface="Courier"/>
                <a:cs typeface="Courier"/>
              </a:rPr>
              <a:t>x</a:t>
            </a:r>
            <a:r>
              <a:rPr lang="mr-IN" sz="2400" dirty="0">
                <a:latin typeface="Courier"/>
                <a:cs typeface="Courier"/>
              </a:rPr>
              <a:t>)</a:t>
            </a:r>
            <a:r>
              <a:rPr lang="ro-RO" sz="2400" dirty="0">
                <a:latin typeface="Courier"/>
                <a:cs typeface="Courier"/>
              </a:rPr>
              <a:t>:</a:t>
            </a:r>
            <a:endParaRPr lang="mr-IN" sz="2400" dirty="0">
              <a:latin typeface="Courier"/>
              <a:cs typeface="Courier"/>
            </a:endParaRPr>
          </a:p>
          <a:p>
            <a:pPr marL="76200" algn="l">
              <a:buSzPct val="100000"/>
            </a:pPr>
            <a:r>
              <a:rPr lang="en-US" sz="2400" dirty="0">
                <a:latin typeface="Courier"/>
                <a:cs typeface="Courier"/>
              </a:rPr>
              <a:t>    y</a:t>
            </a:r>
            <a:r>
              <a:rPr lang="ro-RO" sz="2400" dirty="0">
                <a:latin typeface="Courier"/>
                <a:cs typeface="Courier"/>
              </a:rPr>
              <a:t>_prime</a:t>
            </a:r>
            <a:r>
              <a:rPr lang="mr-IN" sz="2400" dirty="0">
                <a:latin typeface="Courier"/>
                <a:cs typeface="Courier"/>
              </a:rPr>
              <a:t> = 2 * </a:t>
            </a:r>
            <a:r>
              <a:rPr lang="ro-RO" sz="2400" dirty="0">
                <a:latin typeface="Courier"/>
                <a:cs typeface="Courier"/>
              </a:rPr>
              <a:t>(</a:t>
            </a:r>
            <a:r>
              <a:rPr lang="mr-IN" sz="2400" dirty="0" err="1">
                <a:latin typeface="Courier"/>
                <a:cs typeface="Courier"/>
              </a:rPr>
              <a:t>x</a:t>
            </a:r>
            <a:r>
              <a:rPr lang="ro-RO" sz="2400" dirty="0">
                <a:latin typeface="Courier"/>
                <a:cs typeface="Courier"/>
              </a:rPr>
              <a:t>**</a:t>
            </a:r>
            <a:r>
              <a:rPr lang="mr-IN" sz="2400" dirty="0">
                <a:latin typeface="Courier"/>
                <a:cs typeface="Courier"/>
              </a:rPr>
              <a:t>3</a:t>
            </a:r>
            <a:r>
              <a:rPr lang="ro-RO" sz="2400" dirty="0">
                <a:latin typeface="Courier"/>
                <a:cs typeface="Courier"/>
              </a:rPr>
              <a:t>)</a:t>
            </a:r>
            <a:r>
              <a:rPr lang="mr-IN" sz="2400" dirty="0">
                <a:latin typeface="Courier"/>
                <a:cs typeface="Courier"/>
              </a:rPr>
              <a:t> - 4 * </a:t>
            </a:r>
            <a:r>
              <a:rPr lang="mr-IN" sz="2400" dirty="0" err="1">
                <a:latin typeface="Courier"/>
                <a:cs typeface="Courier"/>
              </a:rPr>
              <a:t>x</a:t>
            </a:r>
            <a:r>
              <a:rPr lang="mr-IN" sz="2400" dirty="0">
                <a:latin typeface="Courier"/>
                <a:cs typeface="Courier"/>
              </a:rPr>
              <a:t> + 1</a:t>
            </a:r>
          </a:p>
          <a:p>
            <a:pPr marL="76200" algn="l">
              <a:buSzPct val="100000"/>
            </a:pPr>
            <a:r>
              <a:rPr lang="en-US" sz="2400" dirty="0">
                <a:solidFill>
                  <a:srgbClr val="0000FF"/>
                </a:solidFill>
                <a:latin typeface="Courier"/>
                <a:cs typeface="Courier"/>
              </a:rPr>
              <a:t>    </a:t>
            </a:r>
            <a:r>
              <a:rPr lang="en-US" sz="2400" dirty="0" err="1">
                <a:solidFill>
                  <a:srgbClr val="0000FF"/>
                </a:solidFill>
                <a:latin typeface="Courier"/>
                <a:cs typeface="Courier"/>
              </a:rPr>
              <a:t>retur</a:t>
            </a:r>
            <a:r>
              <a:rPr lang="mr-IN" sz="2400" dirty="0" err="1">
                <a:solidFill>
                  <a:srgbClr val="0000FF"/>
                </a:solidFill>
                <a:latin typeface="Courier"/>
                <a:cs typeface="Courier"/>
              </a:rPr>
              <a:t>n</a:t>
            </a:r>
            <a:r>
              <a:rPr lang="ro-RO" sz="2400" dirty="0">
                <a:solidFill>
                  <a:srgbClr val="0000FF"/>
                </a:solidFill>
                <a:latin typeface="Courier"/>
                <a:cs typeface="Courier"/>
              </a:rPr>
              <a:t> </a:t>
            </a:r>
            <a:r>
              <a:rPr lang="en-US" sz="2400" dirty="0">
                <a:latin typeface="Courier"/>
                <a:cs typeface="Courier"/>
              </a:rPr>
              <a:t>y</a:t>
            </a:r>
            <a:r>
              <a:rPr lang="ro-RO" sz="2400" dirty="0">
                <a:latin typeface="Courier"/>
                <a:cs typeface="Courier"/>
              </a:rPr>
              <a:t>_prime</a:t>
            </a:r>
            <a:endParaRPr lang="mr-IN" sz="2400" dirty="0">
              <a:solidFill>
                <a:srgbClr val="0000FF"/>
              </a:solidFill>
              <a:latin typeface="Courier"/>
              <a:cs typeface="Courier"/>
            </a:endParaRPr>
          </a:p>
          <a:p>
            <a:pPr marL="76200" algn="l">
              <a:buSzPct val="100000"/>
            </a:pPr>
            <a:r>
              <a:rPr lang="en-US" sz="2400" dirty="0">
                <a:latin typeface="Courier"/>
                <a:cs typeface="Courier"/>
              </a:rPr>
              <a:t>gradient = </a:t>
            </a:r>
            <a:r>
              <a:rPr lang="en-US" sz="2400" dirty="0" err="1">
                <a:latin typeface="Courier"/>
                <a:cs typeface="Courier"/>
              </a:rPr>
              <a:t>f_prime</a:t>
            </a:r>
            <a:r>
              <a:rPr lang="en-US" sz="2400" dirty="0">
                <a:latin typeface="Courier"/>
                <a:cs typeface="Courier"/>
              </a:rPr>
              <a:t>(x)</a:t>
            </a:r>
            <a:endParaRPr lang="mr-IN" sz="2400" dirty="0">
              <a:latin typeface="Courier"/>
              <a:cs typeface="Courier"/>
            </a:endParaRPr>
          </a:p>
          <a:p>
            <a:pPr marL="76200">
              <a:buSzPct val="100000"/>
            </a:pPr>
            <a:endParaRPr lang="en" sz="2400" dirty="0"/>
          </a:p>
        </p:txBody>
      </p:sp>
      <p:sp>
        <p:nvSpPr>
          <p:cNvPr id="1040" name="Shape 1040"/>
          <p:cNvSpPr txBox="1"/>
          <p:nvPr/>
        </p:nvSpPr>
        <p:spPr>
          <a:xfrm>
            <a:off x="334200" y="72900"/>
            <a:ext cx="8475600" cy="765300"/>
          </a:xfrm>
          <a:prstGeom prst="rect">
            <a:avLst/>
          </a:prstGeom>
          <a:noFill/>
          <a:ln>
            <a:noFill/>
          </a:ln>
        </p:spPr>
        <p:txBody>
          <a:bodyPr lIns="91425" tIns="91425" rIns="91425" bIns="91425" anchor="t" anchorCtr="0">
            <a:noAutofit/>
          </a:bodyPr>
          <a:lstStyle/>
          <a:p>
            <a:pPr lvl="0" algn="ctr"/>
            <a:r>
              <a:rPr lang="en-US" sz="3000" dirty="0"/>
              <a:t>Gradient Evaluation (Python)</a:t>
            </a:r>
            <a:endParaRPr lang="en" sz="3000" dirty="0"/>
          </a:p>
        </p:txBody>
      </p:sp>
    </p:spTree>
    <p:extLst>
      <p:ext uri="{BB962C8B-B14F-4D97-AF65-F5344CB8AC3E}">
        <p14:creationId xmlns:p14="http://schemas.microsoft.com/office/powerpoint/2010/main" val="361744076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4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4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4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4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4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4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4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4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3" name="Shape 1043"/>
          <p:cNvSpPr txBox="1"/>
          <p:nvPr/>
        </p:nvSpPr>
        <p:spPr>
          <a:xfrm>
            <a:off x="273377" y="1714903"/>
            <a:ext cx="8672660" cy="4101187"/>
          </a:xfrm>
          <a:prstGeom prst="rect">
            <a:avLst/>
          </a:prstGeom>
          <a:noFill/>
          <a:ln>
            <a:noFill/>
          </a:ln>
        </p:spPr>
        <p:txBody>
          <a:bodyPr lIns="91425" tIns="91425" rIns="91425" bIns="91425" anchor="t" anchorCtr="0">
            <a:noAutofit/>
          </a:bodyPr>
          <a:lstStyle/>
          <a:p>
            <a:pPr marL="76200" algn="l">
              <a:buSzPct val="100000"/>
            </a:pPr>
            <a:r>
              <a:rPr lang="en" sz="2200" dirty="0">
                <a:solidFill>
                  <a:srgbClr val="0000FF"/>
                </a:solidFill>
                <a:latin typeface="Courier"/>
                <a:cs typeface="Courier"/>
              </a:rPr>
              <a:t>def</a:t>
            </a:r>
            <a:r>
              <a:rPr lang="en" sz="2200" dirty="0">
                <a:latin typeface="Courier"/>
                <a:cs typeface="Courier"/>
              </a:rPr>
              <a:t> GD(W0, X, goal, </a:t>
            </a:r>
            <a:r>
              <a:rPr lang="en" sz="2200" dirty="0" err="1">
                <a:latin typeface="Courier"/>
                <a:cs typeface="Courier"/>
              </a:rPr>
              <a:t>learningRate</a:t>
            </a:r>
            <a:r>
              <a:rPr lang="en" sz="2200" dirty="0">
                <a:latin typeface="Courier"/>
                <a:cs typeface="Courier"/>
              </a:rPr>
              <a:t>):</a:t>
            </a:r>
          </a:p>
          <a:p>
            <a:pPr marL="76200" algn="l">
              <a:buSzPct val="100000"/>
            </a:pPr>
            <a:r>
              <a:rPr lang="en" sz="2200" dirty="0">
                <a:latin typeface="Courier"/>
                <a:cs typeface="Courier"/>
              </a:rPr>
              <a:t>   </a:t>
            </a:r>
            <a:r>
              <a:rPr lang="en" sz="2200" dirty="0" err="1">
                <a:latin typeface="Courier"/>
                <a:cs typeface="Courier"/>
              </a:rPr>
              <a:t>perfGoalNotMet</a:t>
            </a:r>
            <a:r>
              <a:rPr lang="en" sz="2200" dirty="0">
                <a:latin typeface="Courier"/>
                <a:cs typeface="Courier"/>
              </a:rPr>
              <a:t> = true</a:t>
            </a:r>
          </a:p>
          <a:p>
            <a:pPr marL="76200" algn="l">
              <a:buSzPct val="100000"/>
            </a:pPr>
            <a:r>
              <a:rPr lang="en" sz="2200" dirty="0">
                <a:latin typeface="Courier"/>
                <a:cs typeface="Courier"/>
              </a:rPr>
              <a:t>   W = W0</a:t>
            </a:r>
          </a:p>
          <a:p>
            <a:pPr marL="76200" algn="l">
              <a:buSzPct val="100000"/>
            </a:pPr>
            <a:endParaRPr lang="en" sz="2200" dirty="0">
              <a:latin typeface="Courier"/>
              <a:cs typeface="Courier"/>
            </a:endParaRPr>
          </a:p>
          <a:p>
            <a:pPr marL="76200" algn="l">
              <a:buSzPct val="100000"/>
            </a:pPr>
            <a:r>
              <a:rPr lang="en" sz="2200" dirty="0">
                <a:solidFill>
                  <a:srgbClr val="0000FF"/>
                </a:solidFill>
                <a:latin typeface="Courier"/>
                <a:cs typeface="Courier"/>
              </a:rPr>
              <a:t>   while</a:t>
            </a:r>
            <a:r>
              <a:rPr lang="en" sz="2200" dirty="0">
                <a:latin typeface="Courier"/>
                <a:cs typeface="Courier"/>
              </a:rPr>
              <a:t> </a:t>
            </a:r>
            <a:r>
              <a:rPr lang="en" sz="2200" dirty="0" err="1">
                <a:latin typeface="Courier"/>
                <a:cs typeface="Courier"/>
              </a:rPr>
              <a:t>perfGoalNotMet</a:t>
            </a:r>
            <a:r>
              <a:rPr lang="en" sz="2200" dirty="0">
                <a:latin typeface="Courier"/>
                <a:cs typeface="Courier"/>
              </a:rPr>
              <a:t>:</a:t>
            </a:r>
          </a:p>
          <a:p>
            <a:pPr marL="76200" algn="l">
              <a:buSzPct val="100000"/>
            </a:pPr>
            <a:r>
              <a:rPr lang="en" sz="2200" dirty="0">
                <a:latin typeface="Courier"/>
                <a:cs typeface="Courier"/>
              </a:rPr>
              <a:t>      gradient = </a:t>
            </a:r>
            <a:r>
              <a:rPr lang="en" sz="2200" dirty="0" err="1">
                <a:latin typeface="Courier"/>
                <a:cs typeface="Courier"/>
              </a:rPr>
              <a:t>eval_gradient</a:t>
            </a:r>
            <a:r>
              <a:rPr lang="en" sz="2200" dirty="0">
                <a:latin typeface="Courier"/>
                <a:cs typeface="Courier"/>
              </a:rPr>
              <a:t>(X, W)</a:t>
            </a:r>
          </a:p>
          <a:p>
            <a:pPr marL="76200" algn="l">
              <a:buSzPct val="100000"/>
            </a:pPr>
            <a:r>
              <a:rPr lang="en" sz="2200" dirty="0">
                <a:latin typeface="Courier"/>
                <a:cs typeface="Courier"/>
              </a:rPr>
              <a:t>      </a:t>
            </a:r>
            <a:r>
              <a:rPr lang="en" sz="2200" dirty="0" err="1">
                <a:latin typeface="Courier"/>
                <a:cs typeface="Courier"/>
              </a:rPr>
              <a:t>W_old</a:t>
            </a:r>
            <a:r>
              <a:rPr lang="en" sz="2200" dirty="0">
                <a:latin typeface="Courier"/>
                <a:cs typeface="Courier"/>
              </a:rPr>
              <a:t> = W</a:t>
            </a:r>
          </a:p>
          <a:p>
            <a:pPr marL="76200" algn="l">
              <a:buSzPct val="100000"/>
            </a:pPr>
            <a:r>
              <a:rPr lang="en" sz="2200" dirty="0">
                <a:latin typeface="Courier"/>
                <a:cs typeface="Courier"/>
              </a:rPr>
              <a:t>      W = W </a:t>
            </a:r>
            <a:r>
              <a:rPr lang="mr-IN" sz="2200" dirty="0">
                <a:latin typeface="Courier"/>
                <a:cs typeface="Courier"/>
              </a:rPr>
              <a:t>–</a:t>
            </a:r>
            <a:r>
              <a:rPr lang="en" sz="2200" dirty="0">
                <a:latin typeface="Courier"/>
                <a:cs typeface="Courier"/>
              </a:rPr>
              <a:t> </a:t>
            </a:r>
            <a:r>
              <a:rPr lang="en" sz="2200" dirty="0" err="1">
                <a:latin typeface="Courier"/>
                <a:cs typeface="Courier"/>
              </a:rPr>
              <a:t>learningRate</a:t>
            </a:r>
            <a:r>
              <a:rPr lang="en" sz="2200" dirty="0">
                <a:latin typeface="Courier"/>
                <a:cs typeface="Courier"/>
              </a:rPr>
              <a:t> * gradient</a:t>
            </a:r>
          </a:p>
          <a:p>
            <a:pPr marL="76200" algn="l">
              <a:buSzPct val="100000"/>
            </a:pPr>
            <a:r>
              <a:rPr lang="en" sz="2200" dirty="0">
                <a:latin typeface="Courier"/>
                <a:cs typeface="Courier"/>
              </a:rPr>
              <a:t>      </a:t>
            </a:r>
            <a:r>
              <a:rPr lang="en" sz="2200" dirty="0" err="1">
                <a:latin typeface="Courier"/>
                <a:cs typeface="Courier"/>
              </a:rPr>
              <a:t>perfGoalNotMet</a:t>
            </a:r>
            <a:r>
              <a:rPr lang="en" sz="2200" dirty="0">
                <a:latin typeface="Courier"/>
                <a:cs typeface="Courier"/>
              </a:rPr>
              <a:t> = sum(abs(W - </a:t>
            </a:r>
            <a:r>
              <a:rPr lang="en" sz="2200" dirty="0" err="1">
                <a:latin typeface="Courier"/>
                <a:cs typeface="Courier"/>
              </a:rPr>
              <a:t>W_old</a:t>
            </a:r>
            <a:r>
              <a:rPr lang="en" sz="2200" dirty="0">
                <a:latin typeface="Courier"/>
                <a:cs typeface="Courier"/>
              </a:rPr>
              <a:t>)) &gt; goal</a:t>
            </a:r>
          </a:p>
          <a:p>
            <a:pPr marL="76200">
              <a:buSzPct val="100000"/>
            </a:pPr>
            <a:endParaRPr lang="en" sz="2200" dirty="0">
              <a:solidFill>
                <a:srgbClr val="0000FF"/>
              </a:solidFill>
              <a:latin typeface="Courier"/>
              <a:cs typeface="Courier"/>
            </a:endParaRPr>
          </a:p>
        </p:txBody>
      </p:sp>
      <p:sp>
        <p:nvSpPr>
          <p:cNvPr id="1040" name="Shape 1040"/>
          <p:cNvSpPr txBox="1"/>
          <p:nvPr/>
        </p:nvSpPr>
        <p:spPr>
          <a:xfrm>
            <a:off x="371907" y="280196"/>
            <a:ext cx="8475600" cy="765300"/>
          </a:xfrm>
          <a:prstGeom prst="rect">
            <a:avLst/>
          </a:prstGeom>
          <a:noFill/>
          <a:ln>
            <a:noFill/>
          </a:ln>
        </p:spPr>
        <p:txBody>
          <a:bodyPr lIns="91425" tIns="91425" rIns="91425" bIns="91425" anchor="t" anchorCtr="0">
            <a:noAutofit/>
          </a:bodyPr>
          <a:lstStyle/>
          <a:p>
            <a:pPr lvl="0" algn="ctr"/>
            <a:r>
              <a:rPr lang="en-US" sz="3000" dirty="0"/>
              <a:t>Gradient Descent (Python)</a:t>
            </a:r>
            <a:endParaRPr lang="en" sz="3000" dirty="0"/>
          </a:p>
        </p:txBody>
      </p:sp>
    </p:spTree>
    <p:extLst>
      <p:ext uri="{BB962C8B-B14F-4D97-AF65-F5344CB8AC3E}">
        <p14:creationId xmlns:p14="http://schemas.microsoft.com/office/powerpoint/2010/main" val="2933922333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5" name="Shape 1135"/>
          <p:cNvSpPr txBox="1"/>
          <p:nvPr/>
        </p:nvSpPr>
        <p:spPr>
          <a:xfrm>
            <a:off x="503185" y="1012226"/>
            <a:ext cx="8041500" cy="677999"/>
          </a:xfrm>
          <a:prstGeom prst="rect">
            <a:avLst/>
          </a:prstGeom>
          <a:noFill/>
          <a:ln>
            <a:noFill/>
          </a:ln>
        </p:spPr>
        <p:txBody>
          <a:bodyPr lIns="91425" tIns="91425" rIns="91425" bIns="91425" anchor="t" anchorCtr="0">
            <a:noAutofit/>
          </a:bodyPr>
          <a:lstStyle/>
          <a:p>
            <a:pPr lvl="0" algn="ctr"/>
            <a:r>
              <a:rPr lang="en" sz="3600" dirty="0"/>
              <a:t>Mini-batch Gradient Descent</a:t>
            </a:r>
          </a:p>
        </p:txBody>
      </p:sp>
      <p:sp>
        <p:nvSpPr>
          <p:cNvPr id="1136" name="Shape 1136"/>
          <p:cNvSpPr txBox="1"/>
          <p:nvPr/>
        </p:nvSpPr>
        <p:spPr>
          <a:xfrm>
            <a:off x="233272" y="1854925"/>
            <a:ext cx="8691497" cy="3796962"/>
          </a:xfrm>
          <a:prstGeom prst="rect">
            <a:avLst/>
          </a:prstGeom>
          <a:noFill/>
          <a:ln>
            <a:noFill/>
          </a:ln>
        </p:spPr>
        <p:txBody>
          <a:bodyPr lIns="91425" tIns="91425" rIns="91425" bIns="91425" anchor="t" anchorCtr="0">
            <a:noAutofit/>
          </a:bodyPr>
          <a:lstStyle/>
          <a:p>
            <a:pPr marL="400050" indent="-285750" algn="l">
              <a:buSzPct val="100000"/>
              <a:buFont typeface="Arial" panose="020B0604020202020204" pitchFamily="34" charset="0"/>
              <a:buChar char="•"/>
            </a:pPr>
            <a:r>
              <a:rPr lang="en-US" sz="1800" dirty="0"/>
              <a:t>Also known as </a:t>
            </a:r>
            <a:r>
              <a:rPr lang="en-US" sz="1800" b="1" dirty="0"/>
              <a:t>Stochastic Gradient Descent (SGD)</a:t>
            </a:r>
          </a:p>
          <a:p>
            <a:pPr marL="400050" indent="-285750" algn="l">
              <a:buSzPct val="100000"/>
              <a:buFont typeface="Arial" panose="020B0604020202020204" pitchFamily="34" charset="0"/>
              <a:buChar char="•"/>
            </a:pPr>
            <a:r>
              <a:rPr lang="en-US" sz="1800" dirty="0"/>
              <a:t>O</a:t>
            </a:r>
            <a:r>
              <a:rPr lang="en" sz="1800" dirty="0" err="1"/>
              <a:t>nly</a:t>
            </a:r>
            <a:r>
              <a:rPr lang="en" sz="1800" dirty="0"/>
              <a:t> use a small portion of the training set to compute the gradient</a:t>
            </a:r>
            <a:r>
              <a:rPr lang="en-US" sz="1800" dirty="0"/>
              <a:t>:</a:t>
            </a:r>
          </a:p>
          <a:p>
            <a:pPr marL="114300" algn="l">
              <a:spcBef>
                <a:spcPts val="0"/>
              </a:spcBef>
              <a:buSzPct val="100000"/>
            </a:pPr>
            <a:endParaRPr lang="en" sz="1800" dirty="0">
              <a:latin typeface="Courier"/>
              <a:cs typeface="Courier"/>
            </a:endParaRPr>
          </a:p>
          <a:p>
            <a:pPr marL="76200" algn="l">
              <a:buSzPct val="100000"/>
            </a:pPr>
            <a:r>
              <a:rPr lang="en" sz="1800" dirty="0">
                <a:latin typeface="Courier"/>
                <a:cs typeface="Courier"/>
              </a:rPr>
              <a:t>. . .</a:t>
            </a:r>
          </a:p>
          <a:p>
            <a:pPr marL="76200" algn="l">
              <a:buSzPct val="100000"/>
            </a:pPr>
            <a:r>
              <a:rPr lang="en" sz="1800" dirty="0">
                <a:solidFill>
                  <a:srgbClr val="0000FF"/>
                </a:solidFill>
                <a:latin typeface="Courier"/>
                <a:cs typeface="Courier"/>
              </a:rPr>
              <a:t>while</a:t>
            </a:r>
            <a:r>
              <a:rPr lang="en" sz="1800" dirty="0">
                <a:latin typeface="Courier"/>
                <a:cs typeface="Courier"/>
              </a:rPr>
              <a:t> </a:t>
            </a:r>
            <a:r>
              <a:rPr lang="en" sz="1800" dirty="0" err="1">
                <a:latin typeface="Courier"/>
                <a:cs typeface="Courier"/>
              </a:rPr>
              <a:t>perfGoalNotMet</a:t>
            </a:r>
            <a:r>
              <a:rPr lang="en" sz="1800" dirty="0">
                <a:latin typeface="Courier"/>
                <a:cs typeface="Courier"/>
              </a:rPr>
              <a:t>:</a:t>
            </a:r>
          </a:p>
          <a:p>
            <a:pPr marL="76200" algn="l">
              <a:buSzPct val="100000"/>
            </a:pPr>
            <a:endParaRPr lang="en" sz="1800" dirty="0">
              <a:latin typeface="Courier"/>
              <a:cs typeface="Courier"/>
            </a:endParaRPr>
          </a:p>
          <a:p>
            <a:pPr marL="76200" algn="l">
              <a:buSzPct val="100000"/>
            </a:pPr>
            <a:r>
              <a:rPr lang="en" sz="1800" dirty="0">
                <a:latin typeface="Courier"/>
                <a:cs typeface="Courier"/>
              </a:rPr>
              <a:t>	</a:t>
            </a:r>
            <a:r>
              <a:rPr lang="en" sz="1800" dirty="0" err="1">
                <a:latin typeface="Courier"/>
                <a:cs typeface="Courier"/>
              </a:rPr>
              <a:t>X_batch</a:t>
            </a:r>
            <a:r>
              <a:rPr lang="en" sz="1800" dirty="0">
                <a:latin typeface="Courier"/>
                <a:cs typeface="Courier"/>
              </a:rPr>
              <a:t> = </a:t>
            </a:r>
            <a:r>
              <a:rPr lang="en" sz="1800" dirty="0" err="1">
                <a:latin typeface="Courier"/>
                <a:cs typeface="Courier"/>
              </a:rPr>
              <a:t>select_random_subsample</a:t>
            </a:r>
            <a:r>
              <a:rPr lang="en" sz="1800" dirty="0">
                <a:latin typeface="Courier"/>
                <a:cs typeface="Courier"/>
              </a:rPr>
              <a:t>(X)</a:t>
            </a:r>
          </a:p>
          <a:p>
            <a:pPr marL="76200" algn="l">
              <a:buSzPct val="100000"/>
            </a:pPr>
            <a:r>
              <a:rPr lang="en" sz="1800" dirty="0">
                <a:latin typeface="Courier"/>
                <a:cs typeface="Courier"/>
              </a:rPr>
              <a:t>	gradient = </a:t>
            </a:r>
            <a:r>
              <a:rPr lang="en" sz="1800" dirty="0" err="1">
                <a:latin typeface="Courier"/>
                <a:cs typeface="Courier"/>
              </a:rPr>
              <a:t>eval_gradient</a:t>
            </a:r>
            <a:r>
              <a:rPr lang="en" sz="1800" dirty="0">
                <a:latin typeface="Courier"/>
                <a:cs typeface="Courier"/>
              </a:rPr>
              <a:t>(@loss, </a:t>
            </a:r>
            <a:r>
              <a:rPr lang="en" sz="1800" dirty="0" err="1">
                <a:latin typeface="Courier"/>
                <a:cs typeface="Courier"/>
              </a:rPr>
              <a:t>X_batch</a:t>
            </a:r>
            <a:r>
              <a:rPr lang="en" sz="1800" dirty="0">
                <a:latin typeface="Courier"/>
                <a:cs typeface="Courier"/>
              </a:rPr>
              <a:t>, W)</a:t>
            </a:r>
          </a:p>
          <a:p>
            <a:pPr marL="76200" algn="l">
              <a:buSzPct val="100000"/>
            </a:pPr>
            <a:r>
              <a:rPr lang="en" sz="1800" dirty="0">
                <a:latin typeface="Courier"/>
                <a:cs typeface="Courier"/>
              </a:rPr>
              <a:t>	</a:t>
            </a:r>
            <a:r>
              <a:rPr lang="mr-IN" sz="1800" dirty="0">
                <a:latin typeface="Courier"/>
                <a:cs typeface="Courier"/>
              </a:rPr>
              <a:t>. . . </a:t>
            </a:r>
            <a:endParaRPr lang="en" sz="1800" dirty="0">
              <a:latin typeface="Courier"/>
              <a:cs typeface="Courier"/>
            </a:endParaRPr>
          </a:p>
          <a:p>
            <a:pPr marL="114300" algn="l">
              <a:spcBef>
                <a:spcPts val="0"/>
              </a:spcBef>
              <a:buSzPct val="100000"/>
            </a:pPr>
            <a:endParaRPr lang="en" sz="1800" dirty="0"/>
          </a:p>
          <a:p>
            <a:pPr marL="114300">
              <a:spcBef>
                <a:spcPts val="0"/>
              </a:spcBef>
              <a:buSzPct val="100000"/>
            </a:pPr>
            <a:endParaRPr lang="en" sz="1800" dirty="0"/>
          </a:p>
        </p:txBody>
      </p:sp>
      <p:sp>
        <p:nvSpPr>
          <p:cNvPr id="1138" name="Shape 1138"/>
          <p:cNvSpPr txBox="1"/>
          <p:nvPr/>
        </p:nvSpPr>
        <p:spPr>
          <a:xfrm>
            <a:off x="503185" y="5651887"/>
            <a:ext cx="8317914" cy="889960"/>
          </a:xfrm>
          <a:prstGeom prst="rect">
            <a:avLst/>
          </a:prstGeom>
          <a:noFill/>
          <a:ln>
            <a:noFill/>
          </a:ln>
        </p:spPr>
        <p:txBody>
          <a:bodyPr lIns="91425" tIns="91425" rIns="91425" bIns="91425" anchor="t" anchorCtr="0">
            <a:noAutofit/>
          </a:bodyPr>
          <a:lstStyle/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" sz="1800" dirty="0"/>
              <a:t>Common mini-batch sizes are 32/64/128 examples, e.g. </a:t>
            </a:r>
            <a:r>
              <a:rPr lang="en" sz="1800" dirty="0" err="1"/>
              <a:t>Krizhevsky’s</a:t>
            </a:r>
            <a:r>
              <a:rPr lang="en" sz="1800" dirty="0"/>
              <a:t> ILSVRC </a:t>
            </a:r>
            <a:r>
              <a:rPr lang="en" sz="1800" dirty="0" err="1"/>
              <a:t>ConvNet</a:t>
            </a:r>
            <a:r>
              <a:rPr lang="en" sz="1800" dirty="0"/>
              <a:t> used 256 examples</a:t>
            </a:r>
          </a:p>
        </p:txBody>
      </p:sp>
    </p:spTree>
    <p:extLst>
      <p:ext uri="{BB962C8B-B14F-4D97-AF65-F5344CB8AC3E}">
        <p14:creationId xmlns:p14="http://schemas.microsoft.com/office/powerpoint/2010/main" val="1105945461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228600"/>
            <a:ext cx="8458200" cy="685800"/>
          </a:xfrm>
        </p:spPr>
        <p:txBody>
          <a:bodyPr>
            <a:normAutofit fontScale="90000"/>
          </a:bodyPr>
          <a:lstStyle/>
          <a:p>
            <a:r>
              <a:rPr lang="en-US" dirty="0"/>
              <a:t>Logistic Regression as a Cascade</a:t>
            </a:r>
          </a:p>
        </p:txBody>
      </p:sp>
      <p:pic>
        <p:nvPicPr>
          <p:cNvPr id="9" name="Picture 8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1000" y="1706418"/>
            <a:ext cx="2656156" cy="2582646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6200" y="1371600"/>
            <a:ext cx="372571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800" dirty="0"/>
              <a:t>Given a library of simple functions</a:t>
            </a:r>
          </a:p>
        </p:txBody>
      </p:sp>
      <p:sp>
        <p:nvSpPr>
          <p:cNvPr id="11" name="Right Arrow 10"/>
          <p:cNvSpPr/>
          <p:nvPr/>
        </p:nvSpPr>
        <p:spPr bwMode="auto">
          <a:xfrm>
            <a:off x="3490298" y="2667000"/>
            <a:ext cx="1447800" cy="381000"/>
          </a:xfrm>
          <a:prstGeom prst="rightArrow">
            <a:avLst/>
          </a:prstGeom>
          <a:ln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vert="horz" wrap="non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5000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12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itchFamily="-112" charset="0"/>
              <a:ea typeface="ＭＳ Ｐゴシック" pitchFamily="-112" charset="-128"/>
              <a:cs typeface="ＭＳ Ｐゴシック" pitchFamily="-112" charset="-128"/>
            </a:endParaRPr>
          </a:p>
        </p:txBody>
      </p:sp>
      <p:sp>
        <p:nvSpPr>
          <p:cNvPr id="12" name="TextBox 11"/>
          <p:cNvSpPr txBox="1"/>
          <p:nvPr/>
        </p:nvSpPr>
        <p:spPr>
          <a:xfrm>
            <a:off x="3067625" y="2228671"/>
            <a:ext cx="2160605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800" dirty="0"/>
              <a:t>Compose into a</a:t>
            </a:r>
          </a:p>
          <a:p>
            <a:endParaRPr lang="en-US" sz="1800" dirty="0"/>
          </a:p>
          <a:p>
            <a:r>
              <a:rPr lang="en-US" sz="1800" dirty="0"/>
              <a:t>complicate function</a:t>
            </a:r>
          </a:p>
        </p:txBody>
      </p:sp>
      <p:pic>
        <p:nvPicPr>
          <p:cNvPr id="17" name="Picture 16" descr="latex-image-1.pdf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078953" y="2362200"/>
            <a:ext cx="3810000" cy="11049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1412085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228600"/>
            <a:ext cx="9144000" cy="685800"/>
          </a:xfrm>
        </p:spPr>
        <p:txBody>
          <a:bodyPr>
            <a:normAutofit fontScale="90000"/>
          </a:bodyPr>
          <a:lstStyle/>
          <a:p>
            <a:r>
              <a:rPr lang="en-US" dirty="0"/>
              <a:t>Logistic Regression as a Cascade</a:t>
            </a:r>
          </a:p>
        </p:txBody>
      </p:sp>
      <p:pic>
        <p:nvPicPr>
          <p:cNvPr id="9" name="Picture 8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1000" y="1706418"/>
            <a:ext cx="2656156" cy="2582646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6200" y="1371600"/>
            <a:ext cx="372571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800" dirty="0"/>
              <a:t>Given a library of simple functions</a:t>
            </a:r>
          </a:p>
        </p:txBody>
      </p:sp>
      <p:sp>
        <p:nvSpPr>
          <p:cNvPr id="11" name="Right Arrow 10"/>
          <p:cNvSpPr/>
          <p:nvPr/>
        </p:nvSpPr>
        <p:spPr bwMode="auto">
          <a:xfrm>
            <a:off x="3490298" y="2667000"/>
            <a:ext cx="1447800" cy="381000"/>
          </a:xfrm>
          <a:prstGeom prst="rightArrow">
            <a:avLst/>
          </a:prstGeom>
          <a:ln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vert="horz" wrap="non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5000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12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itchFamily="-112" charset="0"/>
              <a:ea typeface="ＭＳ Ｐゴシック" pitchFamily="-112" charset="-128"/>
              <a:cs typeface="ＭＳ Ｐゴシック" pitchFamily="-112" charset="-128"/>
            </a:endParaRPr>
          </a:p>
        </p:txBody>
      </p:sp>
      <p:sp>
        <p:nvSpPr>
          <p:cNvPr id="12" name="TextBox 11"/>
          <p:cNvSpPr txBox="1"/>
          <p:nvPr/>
        </p:nvSpPr>
        <p:spPr>
          <a:xfrm>
            <a:off x="3067625" y="2228671"/>
            <a:ext cx="2160605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800" dirty="0"/>
              <a:t>Compose into a</a:t>
            </a:r>
          </a:p>
          <a:p>
            <a:endParaRPr lang="en-US" sz="1800" dirty="0"/>
          </a:p>
          <a:p>
            <a:r>
              <a:rPr lang="en-US" sz="1800" dirty="0"/>
              <a:t>complicate function</a:t>
            </a:r>
          </a:p>
        </p:txBody>
      </p:sp>
      <p:pic>
        <p:nvPicPr>
          <p:cNvPr id="17" name="Picture 16" descr="latex-image-1.pdf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078953" y="2362200"/>
            <a:ext cx="3810000" cy="1104900"/>
          </a:xfrm>
          <a:prstGeom prst="rect">
            <a:avLst/>
          </a:prstGeom>
        </p:spPr>
      </p:pic>
      <p:pic>
        <p:nvPicPr>
          <p:cNvPr id="7" name="Picture 6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38200" y="4839328"/>
            <a:ext cx="7467600" cy="1335382"/>
          </a:xfrm>
          <a:prstGeom prst="rect">
            <a:avLst/>
          </a:prstGeom>
        </p:spPr>
      </p:pic>
      <p:pic>
        <p:nvPicPr>
          <p:cNvPr id="8" name="Picture 7" descr="latex-image-1.pdf"/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371600" y="5207000"/>
            <a:ext cx="876300" cy="431800"/>
          </a:xfrm>
          <a:prstGeom prst="rect">
            <a:avLst/>
          </a:prstGeom>
          <a:solidFill>
            <a:schemeClr val="bg1"/>
          </a:solidFill>
        </p:spPr>
      </p:pic>
    </p:spTree>
    <p:extLst>
      <p:ext uri="{BB962C8B-B14F-4D97-AF65-F5344CB8AC3E}">
        <p14:creationId xmlns:p14="http://schemas.microsoft.com/office/powerpoint/2010/main" val="4151476569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Chain Rule</a:t>
            </a:r>
          </a:p>
        </p:txBody>
      </p:sp>
      <p:pic>
        <p:nvPicPr>
          <p:cNvPr id="7" name="Picture 6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219200"/>
            <a:ext cx="9144000" cy="4412202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 bwMode="auto">
          <a:xfrm>
            <a:off x="6096000" y="1143000"/>
            <a:ext cx="3048000" cy="2743200"/>
          </a:xfrm>
          <a:prstGeom prst="rect">
            <a:avLst/>
          </a:prstGeom>
          <a:solidFill>
            <a:srgbClr val="FFFFFF"/>
          </a:solidFill>
          <a:ln w="12700" cap="flat" cmpd="sng" algn="ctr">
            <a:solidFill>
              <a:srgbClr val="FFFFFF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non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5000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12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itchFamily="-112" charset="0"/>
              <a:ea typeface="ＭＳ Ｐゴシック" pitchFamily="-112" charset="-128"/>
              <a:cs typeface="ＭＳ Ｐゴシック" pitchFamily="-112" charset="-128"/>
            </a:endParaRPr>
          </a:p>
        </p:txBody>
      </p:sp>
      <p:sp>
        <p:nvSpPr>
          <p:cNvPr id="9" name="Rectangle 8"/>
          <p:cNvSpPr/>
          <p:nvPr/>
        </p:nvSpPr>
        <p:spPr bwMode="auto">
          <a:xfrm>
            <a:off x="0" y="1143000"/>
            <a:ext cx="2895600" cy="2743200"/>
          </a:xfrm>
          <a:prstGeom prst="rect">
            <a:avLst/>
          </a:prstGeom>
          <a:solidFill>
            <a:srgbClr val="FFFFFF"/>
          </a:solidFill>
          <a:ln w="12700" cap="flat" cmpd="sng" algn="ctr">
            <a:solidFill>
              <a:srgbClr val="FFFFFF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non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5000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12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itchFamily="-112" charset="0"/>
              <a:ea typeface="ＭＳ Ｐゴシック" pitchFamily="-112" charset="-128"/>
              <a:cs typeface="ＭＳ Ｐゴシック" pitchFamily="-112" charset="-128"/>
            </a:endParaRPr>
          </a:p>
        </p:txBody>
      </p:sp>
      <p:sp>
        <p:nvSpPr>
          <p:cNvPr id="10" name="Rectangle 9"/>
          <p:cNvSpPr/>
          <p:nvPr/>
        </p:nvSpPr>
        <p:spPr bwMode="auto">
          <a:xfrm>
            <a:off x="5029200" y="3886200"/>
            <a:ext cx="2895600" cy="2743200"/>
          </a:xfrm>
          <a:prstGeom prst="rect">
            <a:avLst/>
          </a:prstGeom>
          <a:solidFill>
            <a:srgbClr val="FFFFFF"/>
          </a:solidFill>
          <a:ln w="12700" cap="flat" cmpd="sng" algn="ctr">
            <a:solidFill>
              <a:srgbClr val="FFFFFF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non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5000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12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itchFamily="-112" charset="0"/>
              <a:ea typeface="ＭＳ Ｐゴシック" pitchFamily="-112" charset="-128"/>
              <a:cs typeface="ＭＳ Ｐゴシック" pitchFamily="-112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3371014597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Chain Rule</a:t>
            </a:r>
          </a:p>
        </p:txBody>
      </p:sp>
      <p:pic>
        <p:nvPicPr>
          <p:cNvPr id="7" name="Picture 6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219200"/>
            <a:ext cx="9144000" cy="4412202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 bwMode="auto">
          <a:xfrm>
            <a:off x="6096000" y="1143000"/>
            <a:ext cx="3048000" cy="2743200"/>
          </a:xfrm>
          <a:prstGeom prst="rect">
            <a:avLst/>
          </a:prstGeom>
          <a:solidFill>
            <a:srgbClr val="FFFFFF"/>
          </a:solidFill>
          <a:ln w="12700" cap="flat" cmpd="sng" algn="ctr">
            <a:solidFill>
              <a:srgbClr val="FFFFFF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non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5000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12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itchFamily="-112" charset="0"/>
              <a:ea typeface="ＭＳ Ｐゴシック" pitchFamily="-112" charset="-128"/>
              <a:cs typeface="ＭＳ Ｐゴシック" pitchFamily="-112" charset="-128"/>
            </a:endParaRPr>
          </a:p>
        </p:txBody>
      </p:sp>
      <p:sp>
        <p:nvSpPr>
          <p:cNvPr id="9" name="Rectangle 8"/>
          <p:cNvSpPr/>
          <p:nvPr/>
        </p:nvSpPr>
        <p:spPr bwMode="auto">
          <a:xfrm>
            <a:off x="0" y="1143000"/>
            <a:ext cx="2895600" cy="2743200"/>
          </a:xfrm>
          <a:prstGeom prst="rect">
            <a:avLst/>
          </a:prstGeom>
          <a:solidFill>
            <a:srgbClr val="FFFFFF"/>
          </a:solidFill>
          <a:ln w="12700" cap="flat" cmpd="sng" algn="ctr">
            <a:solidFill>
              <a:srgbClr val="FFFFFF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non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5000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12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itchFamily="-112" charset="0"/>
              <a:ea typeface="ＭＳ Ｐゴシック" pitchFamily="-112" charset="-128"/>
              <a:cs typeface="ＭＳ Ｐゴシック" pitchFamily="-112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3037525823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Chain Rule: All local</a:t>
            </a:r>
          </a:p>
        </p:txBody>
      </p:sp>
      <p:pic>
        <p:nvPicPr>
          <p:cNvPr id="7" name="Picture 6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219200"/>
            <a:ext cx="9144000" cy="441220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54522439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228600"/>
            <a:ext cx="9144000" cy="685800"/>
          </a:xfrm>
        </p:spPr>
        <p:txBody>
          <a:bodyPr>
            <a:normAutofit fontScale="90000"/>
          </a:bodyPr>
          <a:lstStyle/>
          <a:p>
            <a:r>
              <a:rPr lang="en-US" dirty="0"/>
              <a:t>Logistic Regression as a Cascade</a:t>
            </a:r>
          </a:p>
        </p:txBody>
      </p:sp>
      <p:pic>
        <p:nvPicPr>
          <p:cNvPr id="6" name="Picture 5"/>
          <p:cNvPicPr>
            <a:picLocks noChangeAspect="1"/>
          </p:cNvPicPr>
          <p:nvPr/>
        </p:nvPicPr>
        <p:blipFill rotWithShape="1">
          <a:blip r:embed="rId2"/>
          <a:srcRect b="18482"/>
          <a:stretch/>
        </p:blipFill>
        <p:spPr>
          <a:xfrm>
            <a:off x="0" y="985974"/>
            <a:ext cx="9144000" cy="4786753"/>
          </a:xfrm>
          <a:prstGeom prst="rect">
            <a:avLst/>
          </a:prstGeom>
        </p:spPr>
      </p:pic>
      <p:pic>
        <p:nvPicPr>
          <p:cNvPr id="7" name="Picture 6" descr="latex-image-1.pdf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95400" y="1676400"/>
            <a:ext cx="1082488" cy="533400"/>
          </a:xfrm>
          <a:prstGeom prst="rect">
            <a:avLst/>
          </a:prstGeom>
          <a:solidFill>
            <a:schemeClr val="bg1"/>
          </a:solidFill>
        </p:spPr>
      </p:pic>
      <p:pic>
        <p:nvPicPr>
          <p:cNvPr id="8" name="Picture 7" descr="latex-image-1.pdf"/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5913" t="33766" r="1"/>
          <a:stretch/>
        </p:blipFill>
        <p:spPr>
          <a:xfrm>
            <a:off x="281710" y="1475509"/>
            <a:ext cx="368979" cy="353291"/>
          </a:xfrm>
          <a:prstGeom prst="rect">
            <a:avLst/>
          </a:prstGeom>
          <a:solidFill>
            <a:schemeClr val="bg1"/>
          </a:solidFill>
        </p:spPr>
      </p:pic>
      <p:pic>
        <p:nvPicPr>
          <p:cNvPr id="9" name="Picture 8" descr="latex-image-1.pdf"/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5913" t="33766" r="1"/>
          <a:stretch/>
        </p:blipFill>
        <p:spPr>
          <a:xfrm>
            <a:off x="381000" y="3352800"/>
            <a:ext cx="368979" cy="353291"/>
          </a:xfrm>
          <a:prstGeom prst="rect">
            <a:avLst/>
          </a:prstGeom>
          <a:solidFill>
            <a:schemeClr val="bg1"/>
          </a:solidFill>
        </p:spPr>
      </p:pic>
      <p:sp>
        <p:nvSpPr>
          <p:cNvPr id="11" name="Rectangle 10"/>
          <p:cNvSpPr/>
          <p:nvPr/>
        </p:nvSpPr>
        <p:spPr bwMode="auto">
          <a:xfrm>
            <a:off x="0" y="2895600"/>
            <a:ext cx="5410200" cy="2514600"/>
          </a:xfrm>
          <a:prstGeom prst="rect">
            <a:avLst/>
          </a:prstGeom>
          <a:solidFill>
            <a:srgbClr val="FFFFFF"/>
          </a:solidFill>
          <a:ln w="12700" cap="flat" cmpd="sng" algn="ctr">
            <a:solidFill>
              <a:srgbClr val="FFFFFF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non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5000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12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itchFamily="-112" charset="0"/>
              <a:ea typeface="ＭＳ Ｐゴシック" pitchFamily="-112" charset="-128"/>
              <a:cs typeface="ＭＳ Ｐゴシック" pitchFamily="-112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3235241318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228600"/>
            <a:ext cx="9144000" cy="685800"/>
          </a:xfrm>
        </p:spPr>
        <p:txBody>
          <a:bodyPr>
            <a:normAutofit fontScale="90000"/>
          </a:bodyPr>
          <a:lstStyle/>
          <a:p>
            <a:r>
              <a:rPr lang="en-US" dirty="0"/>
              <a:t>Logistic Regression as a Cascade</a:t>
            </a:r>
          </a:p>
        </p:txBody>
      </p:sp>
      <p:pic>
        <p:nvPicPr>
          <p:cNvPr id="6" name="Picture 5"/>
          <p:cNvPicPr>
            <a:picLocks noChangeAspect="1"/>
          </p:cNvPicPr>
          <p:nvPr/>
        </p:nvPicPr>
        <p:blipFill rotWithShape="1">
          <a:blip r:embed="rId2"/>
          <a:srcRect b="22218"/>
          <a:stretch/>
        </p:blipFill>
        <p:spPr>
          <a:xfrm>
            <a:off x="0" y="985974"/>
            <a:ext cx="9144000" cy="4567390"/>
          </a:xfrm>
          <a:prstGeom prst="rect">
            <a:avLst/>
          </a:prstGeom>
        </p:spPr>
      </p:pic>
      <p:pic>
        <p:nvPicPr>
          <p:cNvPr id="7" name="Picture 6" descr="latex-image-1.pdf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95400" y="1676400"/>
            <a:ext cx="1082488" cy="533400"/>
          </a:xfrm>
          <a:prstGeom prst="rect">
            <a:avLst/>
          </a:prstGeom>
          <a:solidFill>
            <a:schemeClr val="bg1"/>
          </a:solidFill>
        </p:spPr>
      </p:pic>
      <p:pic>
        <p:nvPicPr>
          <p:cNvPr id="8" name="Picture 7" descr="latex-image-1.pdf"/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5913" t="33766" r="1"/>
          <a:stretch/>
        </p:blipFill>
        <p:spPr>
          <a:xfrm>
            <a:off x="281710" y="1475509"/>
            <a:ext cx="368979" cy="353291"/>
          </a:xfrm>
          <a:prstGeom prst="rect">
            <a:avLst/>
          </a:prstGeom>
          <a:solidFill>
            <a:schemeClr val="bg1"/>
          </a:solidFill>
        </p:spPr>
      </p:pic>
      <p:pic>
        <p:nvPicPr>
          <p:cNvPr id="9" name="Picture 8" descr="latex-image-1.pdf"/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5913" t="33766" r="1"/>
          <a:stretch/>
        </p:blipFill>
        <p:spPr>
          <a:xfrm>
            <a:off x="381000" y="3352800"/>
            <a:ext cx="368979" cy="353291"/>
          </a:xfrm>
          <a:prstGeom prst="rect">
            <a:avLst/>
          </a:prstGeom>
          <a:solidFill>
            <a:schemeClr val="bg1"/>
          </a:solidFill>
        </p:spPr>
      </p:pic>
      <p:sp>
        <p:nvSpPr>
          <p:cNvPr id="11" name="Rectangle 10"/>
          <p:cNvSpPr/>
          <p:nvPr/>
        </p:nvSpPr>
        <p:spPr bwMode="auto">
          <a:xfrm>
            <a:off x="0" y="3733800"/>
            <a:ext cx="2759364" cy="1524000"/>
          </a:xfrm>
          <a:prstGeom prst="rect">
            <a:avLst/>
          </a:prstGeom>
          <a:solidFill>
            <a:srgbClr val="FFFFFF"/>
          </a:solidFill>
          <a:ln w="12700" cap="flat" cmpd="sng" algn="ctr">
            <a:solidFill>
              <a:srgbClr val="FFFFFF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non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5000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12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itchFamily="-112" charset="0"/>
              <a:ea typeface="ＭＳ Ｐゴシック" pitchFamily="-112" charset="-128"/>
              <a:cs typeface="ＭＳ Ｐゴシック" pitchFamily="-112" charset="-128"/>
            </a:endParaRPr>
          </a:p>
        </p:txBody>
      </p:sp>
      <p:sp>
        <p:nvSpPr>
          <p:cNvPr id="10" name="Rectangle 9"/>
          <p:cNvSpPr/>
          <p:nvPr/>
        </p:nvSpPr>
        <p:spPr bwMode="auto">
          <a:xfrm>
            <a:off x="0" y="3048000"/>
            <a:ext cx="1143000" cy="1524000"/>
          </a:xfrm>
          <a:prstGeom prst="rect">
            <a:avLst/>
          </a:prstGeom>
          <a:solidFill>
            <a:srgbClr val="FFFFFF"/>
          </a:solidFill>
          <a:ln w="12700" cap="flat" cmpd="sng" algn="ctr">
            <a:solidFill>
              <a:srgbClr val="FFFFFF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non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5000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12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itchFamily="-112" charset="0"/>
              <a:ea typeface="ＭＳ Ｐゴシック" pitchFamily="-112" charset="-128"/>
              <a:cs typeface="ＭＳ Ｐゴシック" pitchFamily="-112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578301465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228600"/>
            <a:ext cx="9144000" cy="685800"/>
          </a:xfrm>
        </p:spPr>
        <p:txBody>
          <a:bodyPr>
            <a:normAutofit fontScale="90000"/>
          </a:bodyPr>
          <a:lstStyle/>
          <a:p>
            <a:r>
              <a:rPr lang="en-US" dirty="0"/>
              <a:t>Logistic Regression as a Cascade</a:t>
            </a:r>
          </a:p>
        </p:txBody>
      </p:sp>
      <p:pic>
        <p:nvPicPr>
          <p:cNvPr id="6" name="Picture 5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985974"/>
            <a:ext cx="9144000" cy="5872026"/>
          </a:xfrm>
          <a:prstGeom prst="rect">
            <a:avLst/>
          </a:prstGeom>
        </p:spPr>
      </p:pic>
      <p:pic>
        <p:nvPicPr>
          <p:cNvPr id="7" name="Picture 6" descr="latex-image-1.pdf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95400" y="1676400"/>
            <a:ext cx="1082488" cy="533400"/>
          </a:xfrm>
          <a:prstGeom prst="rect">
            <a:avLst/>
          </a:prstGeom>
          <a:solidFill>
            <a:schemeClr val="bg1"/>
          </a:solidFill>
        </p:spPr>
      </p:pic>
      <p:pic>
        <p:nvPicPr>
          <p:cNvPr id="8" name="Picture 7" descr="latex-image-1.pdf"/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5913" t="33766" r="1"/>
          <a:stretch/>
        </p:blipFill>
        <p:spPr>
          <a:xfrm>
            <a:off x="281710" y="1475509"/>
            <a:ext cx="368979" cy="353291"/>
          </a:xfrm>
          <a:prstGeom prst="rect">
            <a:avLst/>
          </a:prstGeom>
          <a:solidFill>
            <a:schemeClr val="bg1"/>
          </a:solidFill>
        </p:spPr>
      </p:pic>
      <p:pic>
        <p:nvPicPr>
          <p:cNvPr id="9" name="Picture 8" descr="latex-image-1.pdf"/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5913" t="33766" r="1"/>
          <a:stretch/>
        </p:blipFill>
        <p:spPr>
          <a:xfrm>
            <a:off x="381000" y="3352800"/>
            <a:ext cx="368979" cy="353291"/>
          </a:xfrm>
          <a:prstGeom prst="rect">
            <a:avLst/>
          </a:prstGeom>
          <a:solidFill>
            <a:schemeClr val="bg1"/>
          </a:solidFill>
        </p:spPr>
      </p:pic>
      <p:pic>
        <p:nvPicPr>
          <p:cNvPr id="12" name="Picture 11" descr="latex-image-1.pdf"/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5913" t="33766" r="1"/>
          <a:stretch/>
        </p:blipFill>
        <p:spPr>
          <a:xfrm>
            <a:off x="5791200" y="6160655"/>
            <a:ext cx="368979" cy="353291"/>
          </a:xfrm>
          <a:prstGeom prst="rect">
            <a:avLst/>
          </a:prstGeom>
          <a:solidFill>
            <a:schemeClr val="bg1"/>
          </a:solidFill>
        </p:spPr>
      </p:pic>
    </p:spTree>
    <p:extLst>
      <p:ext uri="{BB962C8B-B14F-4D97-AF65-F5344CB8AC3E}">
        <p14:creationId xmlns:p14="http://schemas.microsoft.com/office/powerpoint/2010/main" val="3655362047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Key Computation: Forward-Prop</a:t>
            </a:r>
          </a:p>
        </p:txBody>
      </p:sp>
      <p:pic>
        <p:nvPicPr>
          <p:cNvPr id="7" name="Picture 6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790700"/>
            <a:ext cx="9144000" cy="32701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05407878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Key Computation: Back-Prop</a:t>
            </a:r>
          </a:p>
        </p:txBody>
      </p:sp>
      <p:pic>
        <p:nvPicPr>
          <p:cNvPr id="3" name="Picture 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817255"/>
            <a:ext cx="9144000" cy="330891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29780275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Neural Network Training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sz="2600" dirty="0"/>
              <a:t>Step 1: Compute Loss on mini-batch [F-Pass]</a:t>
            </a:r>
          </a:p>
        </p:txBody>
      </p:sp>
      <p:pic>
        <p:nvPicPr>
          <p:cNvPr id="6" name="Picture 5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3612419"/>
            <a:ext cx="9144000" cy="1645381"/>
          </a:xfrm>
          <a:prstGeom prst="rect">
            <a:avLst/>
          </a:prstGeom>
        </p:spPr>
      </p:pic>
      <p:sp>
        <p:nvSpPr>
          <p:cNvPr id="7" name="Right Arrow 6"/>
          <p:cNvSpPr/>
          <p:nvPr/>
        </p:nvSpPr>
        <p:spPr bwMode="auto">
          <a:xfrm>
            <a:off x="685800" y="4056919"/>
            <a:ext cx="1600200" cy="720000"/>
          </a:xfrm>
          <a:prstGeom prst="rightArrow">
            <a:avLst/>
          </a:prstGeom>
          <a:ln>
            <a:headEnd type="none" w="med" len="med"/>
            <a:tailEnd type="none" w="med" len="med"/>
          </a:ln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vert="horz" wrap="non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5000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12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itchFamily="-112" charset="0"/>
              <a:ea typeface="ＭＳ Ｐゴシック" pitchFamily="-112" charset="-128"/>
              <a:cs typeface="ＭＳ Ｐゴシック" pitchFamily="-112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1804250903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Neural Network Training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sz="2600" dirty="0"/>
              <a:t>Step 1: Compute Loss on mini-batch [F-Pass]</a:t>
            </a:r>
          </a:p>
        </p:txBody>
      </p:sp>
      <p:pic>
        <p:nvPicPr>
          <p:cNvPr id="6" name="Picture 5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3612419"/>
            <a:ext cx="9144000" cy="1645381"/>
          </a:xfrm>
          <a:prstGeom prst="rect">
            <a:avLst/>
          </a:prstGeom>
        </p:spPr>
      </p:pic>
      <p:sp>
        <p:nvSpPr>
          <p:cNvPr id="8" name="Right Arrow 7"/>
          <p:cNvSpPr/>
          <p:nvPr/>
        </p:nvSpPr>
        <p:spPr bwMode="auto">
          <a:xfrm>
            <a:off x="3810000" y="4056919"/>
            <a:ext cx="1600200" cy="720000"/>
          </a:xfrm>
          <a:prstGeom prst="rightArrow">
            <a:avLst/>
          </a:prstGeom>
          <a:ln>
            <a:headEnd type="none" w="med" len="med"/>
            <a:tailEnd type="none" w="med" len="med"/>
          </a:ln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vert="horz" wrap="non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5000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12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itchFamily="-112" charset="0"/>
              <a:ea typeface="ＭＳ Ｐゴシック" pitchFamily="-112" charset="-128"/>
              <a:cs typeface="ＭＳ Ｐゴシック" pitchFamily="-112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3528942395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Neural Network Training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sz="2600" dirty="0"/>
              <a:t>Step 1: Compute Loss on mini-batch [F-Pass]</a:t>
            </a:r>
          </a:p>
        </p:txBody>
      </p:sp>
      <p:pic>
        <p:nvPicPr>
          <p:cNvPr id="6" name="Picture 5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3612419"/>
            <a:ext cx="9144000" cy="1645381"/>
          </a:xfrm>
          <a:prstGeom prst="rect">
            <a:avLst/>
          </a:prstGeom>
        </p:spPr>
      </p:pic>
      <p:sp>
        <p:nvSpPr>
          <p:cNvPr id="9" name="Right Arrow 8"/>
          <p:cNvSpPr/>
          <p:nvPr/>
        </p:nvSpPr>
        <p:spPr bwMode="auto">
          <a:xfrm>
            <a:off x="6858000" y="4056919"/>
            <a:ext cx="1600200" cy="720000"/>
          </a:xfrm>
          <a:prstGeom prst="rightArrow">
            <a:avLst/>
          </a:prstGeom>
          <a:ln>
            <a:headEnd type="none" w="med" len="med"/>
            <a:tailEnd type="none" w="med" len="med"/>
          </a:ln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vert="horz" wrap="non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5000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12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itchFamily="-112" charset="0"/>
              <a:ea typeface="ＭＳ Ｐゴシック" pitchFamily="-112" charset="-128"/>
              <a:cs typeface="ＭＳ Ｐゴシック" pitchFamily="-112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162325064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Neural Network Training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600200"/>
            <a:ext cx="8534400" cy="4525963"/>
          </a:xfrm>
        </p:spPr>
        <p:txBody>
          <a:bodyPr>
            <a:normAutofit/>
          </a:bodyPr>
          <a:lstStyle/>
          <a:p>
            <a:r>
              <a:rPr lang="en-US" sz="2600" dirty="0"/>
              <a:t>Step 1: Compute Loss on mini-batch [F-Pass]</a:t>
            </a:r>
          </a:p>
          <a:p>
            <a:r>
              <a:rPr lang="en-US" sz="2600" dirty="0"/>
              <a:t>Step 2: Compute gradients </a:t>
            </a:r>
            <a:r>
              <a:rPr lang="en-US" sz="2600" dirty="0" err="1"/>
              <a:t>w.r.t.</a:t>
            </a:r>
            <a:r>
              <a:rPr lang="en-US" sz="2600" dirty="0"/>
              <a:t> parameters [B-Pass]</a:t>
            </a:r>
          </a:p>
        </p:txBody>
      </p:sp>
      <p:pic>
        <p:nvPicPr>
          <p:cNvPr id="6" name="Picture 5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3612419"/>
            <a:ext cx="9144000" cy="1645381"/>
          </a:xfrm>
          <a:prstGeom prst="rect">
            <a:avLst/>
          </a:prstGeom>
        </p:spPr>
      </p:pic>
      <p:sp>
        <p:nvSpPr>
          <p:cNvPr id="9" name="Right Arrow 8"/>
          <p:cNvSpPr/>
          <p:nvPr/>
        </p:nvSpPr>
        <p:spPr bwMode="auto">
          <a:xfrm rot="10800000">
            <a:off x="6858000" y="4074000"/>
            <a:ext cx="1600200" cy="720000"/>
          </a:xfrm>
          <a:prstGeom prst="rightArrow">
            <a:avLst/>
          </a:prstGeom>
          <a:ln>
            <a:headEnd type="none" w="med" len="med"/>
            <a:tailEnd type="none" w="med" len="med"/>
          </a:ln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vert="horz" wrap="non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5000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12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itchFamily="-112" charset="0"/>
              <a:ea typeface="ＭＳ Ｐゴシック" pitchFamily="-112" charset="-128"/>
              <a:cs typeface="ＭＳ Ｐゴシック" pitchFamily="-112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2003293397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Neural Network Training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600200"/>
            <a:ext cx="8534400" cy="4525963"/>
          </a:xfrm>
        </p:spPr>
        <p:txBody>
          <a:bodyPr>
            <a:normAutofit/>
          </a:bodyPr>
          <a:lstStyle/>
          <a:p>
            <a:r>
              <a:rPr lang="en-US" sz="2600" dirty="0"/>
              <a:t>Step 1: Compute Loss on mini-batch [F-Pass]</a:t>
            </a:r>
          </a:p>
          <a:p>
            <a:r>
              <a:rPr lang="en-US" sz="2600" dirty="0"/>
              <a:t>Step 2: Compute gradients </a:t>
            </a:r>
            <a:r>
              <a:rPr lang="en-US" sz="2600" dirty="0" err="1"/>
              <a:t>w.r.t.</a:t>
            </a:r>
            <a:r>
              <a:rPr lang="en-US" sz="2600" dirty="0"/>
              <a:t> parameters [B-Pass]</a:t>
            </a:r>
          </a:p>
        </p:txBody>
      </p:sp>
      <p:pic>
        <p:nvPicPr>
          <p:cNvPr id="6" name="Picture 5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3612419"/>
            <a:ext cx="9144000" cy="1645381"/>
          </a:xfrm>
          <a:prstGeom prst="rect">
            <a:avLst/>
          </a:prstGeom>
        </p:spPr>
      </p:pic>
      <p:sp>
        <p:nvSpPr>
          <p:cNvPr id="9" name="Right Arrow 8"/>
          <p:cNvSpPr/>
          <p:nvPr/>
        </p:nvSpPr>
        <p:spPr bwMode="auto">
          <a:xfrm rot="10800000">
            <a:off x="3810000" y="4074000"/>
            <a:ext cx="1600200" cy="720000"/>
          </a:xfrm>
          <a:prstGeom prst="rightArrow">
            <a:avLst/>
          </a:prstGeom>
          <a:ln>
            <a:headEnd type="none" w="med" len="med"/>
            <a:tailEnd type="none" w="med" len="med"/>
          </a:ln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vert="horz" wrap="non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5000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12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itchFamily="-112" charset="0"/>
              <a:ea typeface="ＭＳ Ｐゴシック" pitchFamily="-112" charset="-128"/>
              <a:cs typeface="ＭＳ Ｐゴシック" pitchFamily="-112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1455726932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Neural Network Training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600200"/>
            <a:ext cx="8534400" cy="4525963"/>
          </a:xfrm>
        </p:spPr>
        <p:txBody>
          <a:bodyPr>
            <a:normAutofit/>
          </a:bodyPr>
          <a:lstStyle/>
          <a:p>
            <a:r>
              <a:rPr lang="en-US" sz="2600" dirty="0"/>
              <a:t>Step 1: Compute Loss on mini-batch [F-Pass]</a:t>
            </a:r>
          </a:p>
          <a:p>
            <a:r>
              <a:rPr lang="en-US" sz="2600" dirty="0"/>
              <a:t>Step 2: Compute gradients </a:t>
            </a:r>
            <a:r>
              <a:rPr lang="en-US" sz="2600" dirty="0" err="1"/>
              <a:t>w.r.t.</a:t>
            </a:r>
            <a:r>
              <a:rPr lang="en-US" sz="2600" dirty="0"/>
              <a:t> parameters [B-Pass]</a:t>
            </a:r>
          </a:p>
        </p:txBody>
      </p:sp>
      <p:pic>
        <p:nvPicPr>
          <p:cNvPr id="6" name="Picture 5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3612419"/>
            <a:ext cx="9144000" cy="1645381"/>
          </a:xfrm>
          <a:prstGeom prst="rect">
            <a:avLst/>
          </a:prstGeom>
        </p:spPr>
      </p:pic>
      <p:sp>
        <p:nvSpPr>
          <p:cNvPr id="9" name="Right Arrow 8"/>
          <p:cNvSpPr/>
          <p:nvPr/>
        </p:nvSpPr>
        <p:spPr bwMode="auto">
          <a:xfrm rot="10800000">
            <a:off x="609600" y="4074000"/>
            <a:ext cx="1600200" cy="720000"/>
          </a:xfrm>
          <a:prstGeom prst="rightArrow">
            <a:avLst/>
          </a:prstGeom>
          <a:ln>
            <a:headEnd type="none" w="med" len="med"/>
            <a:tailEnd type="none" w="med" len="med"/>
          </a:ln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vert="horz" wrap="non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5000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12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itchFamily="-112" charset="0"/>
              <a:ea typeface="ＭＳ Ｐゴシック" pitchFamily="-112" charset="-128"/>
              <a:cs typeface="ＭＳ Ｐゴシック" pitchFamily="-112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3833492807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Neural Network Training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600200"/>
            <a:ext cx="8534400" cy="4525963"/>
          </a:xfrm>
        </p:spPr>
        <p:txBody>
          <a:bodyPr>
            <a:normAutofit/>
          </a:bodyPr>
          <a:lstStyle/>
          <a:p>
            <a:r>
              <a:rPr lang="en-US" sz="2600" dirty="0"/>
              <a:t>Step 1: Compute Loss on mini-batch [F-Pass]</a:t>
            </a:r>
          </a:p>
          <a:p>
            <a:r>
              <a:rPr lang="en-US" sz="2600" dirty="0"/>
              <a:t>Step 2: Compute gradients </a:t>
            </a:r>
            <a:r>
              <a:rPr lang="en-US" sz="2600" dirty="0" err="1"/>
              <a:t>w.r.t.</a:t>
            </a:r>
            <a:r>
              <a:rPr lang="en-US" sz="2600" dirty="0"/>
              <a:t> parameters [B-Pass]</a:t>
            </a:r>
          </a:p>
          <a:p>
            <a:r>
              <a:rPr lang="en-US" sz="2800" dirty="0"/>
              <a:t>Step 3: Use gradient to update parameters</a:t>
            </a:r>
          </a:p>
        </p:txBody>
      </p:sp>
      <p:pic>
        <p:nvPicPr>
          <p:cNvPr id="6" name="Picture 5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3612419"/>
            <a:ext cx="9144000" cy="1645381"/>
          </a:xfrm>
          <a:prstGeom prst="rect">
            <a:avLst/>
          </a:prstGeom>
        </p:spPr>
      </p:pic>
      <p:sp>
        <p:nvSpPr>
          <p:cNvPr id="9" name="Right Arrow 8"/>
          <p:cNvSpPr/>
          <p:nvPr/>
        </p:nvSpPr>
        <p:spPr bwMode="auto">
          <a:xfrm rot="10800000">
            <a:off x="609600" y="4074000"/>
            <a:ext cx="1600200" cy="720000"/>
          </a:xfrm>
          <a:prstGeom prst="rightArrow">
            <a:avLst/>
          </a:prstGeom>
          <a:ln>
            <a:headEnd type="none" w="med" len="med"/>
            <a:tailEnd type="none" w="med" len="med"/>
          </a:ln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vert="horz" wrap="non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5000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12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itchFamily="-112" charset="0"/>
              <a:ea typeface="ＭＳ Ｐゴシック" pitchFamily="-112" charset="-128"/>
              <a:cs typeface="ＭＳ Ｐゴシック" pitchFamily="-112" charset="-128"/>
            </a:endParaRP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32464B7D-932B-354A-A15A-65F4E10DABA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60700" y="5442753"/>
            <a:ext cx="3022600" cy="1168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60678689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Neural Network Training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600200"/>
            <a:ext cx="8534400" cy="4525963"/>
          </a:xfrm>
        </p:spPr>
        <p:txBody>
          <a:bodyPr>
            <a:normAutofit/>
          </a:bodyPr>
          <a:lstStyle/>
          <a:p>
            <a:r>
              <a:rPr lang="en-US" sz="2600" dirty="0"/>
              <a:t>Step 1: Compute Loss on mini-batch [F-Pass]</a:t>
            </a:r>
          </a:p>
          <a:p>
            <a:r>
              <a:rPr lang="en-US" sz="2600" dirty="0"/>
              <a:t>Step 2: Compute gradients </a:t>
            </a:r>
            <a:r>
              <a:rPr lang="en-US" sz="2600" dirty="0" err="1"/>
              <a:t>w.r.t.</a:t>
            </a:r>
            <a:r>
              <a:rPr lang="en-US" sz="2600" dirty="0"/>
              <a:t> parameters [B-Pass]</a:t>
            </a:r>
          </a:p>
          <a:p>
            <a:r>
              <a:rPr lang="en-US" sz="2800" dirty="0"/>
              <a:t>Step 3: Use gradient to update parameters</a:t>
            </a:r>
          </a:p>
          <a:p>
            <a:pPr marL="0" indent="0">
              <a:buNone/>
            </a:pPr>
            <a:r>
              <a:rPr lang="en-US" sz="2800" dirty="0"/>
              <a:t>	- with momentum</a:t>
            </a:r>
          </a:p>
        </p:txBody>
      </p:sp>
      <p:pic>
        <p:nvPicPr>
          <p:cNvPr id="6" name="Picture 5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3612419"/>
            <a:ext cx="9144000" cy="1645381"/>
          </a:xfrm>
          <a:prstGeom prst="rect">
            <a:avLst/>
          </a:prstGeom>
        </p:spPr>
      </p:pic>
      <p:sp>
        <p:nvSpPr>
          <p:cNvPr id="9" name="Right Arrow 8"/>
          <p:cNvSpPr/>
          <p:nvPr/>
        </p:nvSpPr>
        <p:spPr bwMode="auto">
          <a:xfrm rot="10800000">
            <a:off x="609600" y="4074000"/>
            <a:ext cx="1600200" cy="720000"/>
          </a:xfrm>
          <a:prstGeom prst="rightArrow">
            <a:avLst/>
          </a:prstGeom>
          <a:ln>
            <a:headEnd type="none" w="med" len="med"/>
            <a:tailEnd type="none" w="med" len="med"/>
          </a:ln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vert="horz" wrap="non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5000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12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itchFamily="-112" charset="0"/>
              <a:ea typeface="ＭＳ Ｐゴシック" pitchFamily="-112" charset="-128"/>
              <a:cs typeface="ＭＳ Ｐゴシック" pitchFamily="-112" charset="-128"/>
            </a:endParaRP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AC6FDF10-1571-4C4E-ABEC-02BA4216B60D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l="26911" t="61785" r="41250" b="16813"/>
          <a:stretch/>
        </p:blipFill>
        <p:spPr>
          <a:xfrm>
            <a:off x="2982191" y="5188372"/>
            <a:ext cx="3179617" cy="16040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3593527"/>
      </p:ext>
    </p:extLst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21" name="Shape 1121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3100388" y="1532700"/>
            <a:ext cx="2943225" cy="2914650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1122" name="Shape 1122"/>
          <p:cNvCxnSpPr/>
          <p:nvPr/>
        </p:nvCxnSpPr>
        <p:spPr>
          <a:xfrm rot="10800000">
            <a:off x="5104624" y="4111900"/>
            <a:ext cx="1734000" cy="0"/>
          </a:xfrm>
          <a:prstGeom prst="straightConnector1">
            <a:avLst/>
          </a:prstGeom>
          <a:noFill/>
          <a:ln w="19050" cap="flat" cmpd="sng">
            <a:solidFill>
              <a:srgbClr val="666666"/>
            </a:solidFill>
            <a:prstDash val="solid"/>
            <a:round/>
            <a:headEnd type="none" w="lg" len="lg"/>
            <a:tailEnd type="triangle" w="lg" len="lg"/>
          </a:ln>
        </p:spPr>
      </p:cxnSp>
      <p:sp>
        <p:nvSpPr>
          <p:cNvPr id="1123" name="Shape 1123"/>
          <p:cNvSpPr txBox="1"/>
          <p:nvPr/>
        </p:nvSpPr>
        <p:spPr>
          <a:xfrm>
            <a:off x="6489597" y="3883313"/>
            <a:ext cx="1898699" cy="393600"/>
          </a:xfrm>
          <a:prstGeom prst="rect">
            <a:avLst/>
          </a:prstGeom>
          <a:noFill/>
          <a:ln>
            <a:noFill/>
          </a:ln>
        </p:spPr>
        <p:txBody>
          <a:bodyPr lIns="91425" tIns="91425" rIns="91425" bIns="91425" anchor="t" anchorCtr="0">
            <a:noAutofit/>
          </a:bodyPr>
          <a:lstStyle/>
          <a:p>
            <a:pPr>
              <a:spcBef>
                <a:spcPts val="0"/>
              </a:spcBef>
            </a:pPr>
            <a:r>
              <a:rPr lang="en" sz="2400" dirty="0"/>
              <a:t>W</a:t>
            </a:r>
            <a:r>
              <a:rPr lang="en" sz="2400" baseline="30000" dirty="0"/>
              <a:t>(current)</a:t>
            </a:r>
          </a:p>
        </p:txBody>
      </p:sp>
      <p:cxnSp>
        <p:nvCxnSpPr>
          <p:cNvPr id="1124" name="Shape 1124"/>
          <p:cNvCxnSpPr/>
          <p:nvPr/>
        </p:nvCxnSpPr>
        <p:spPr>
          <a:xfrm rot="10800000" flipH="1">
            <a:off x="1491701" y="4034274"/>
            <a:ext cx="3012599" cy="658800"/>
          </a:xfrm>
          <a:prstGeom prst="straightConnector1">
            <a:avLst/>
          </a:prstGeom>
          <a:noFill/>
          <a:ln w="19050" cap="flat" cmpd="sng">
            <a:solidFill>
              <a:srgbClr val="666666"/>
            </a:solidFill>
            <a:prstDash val="solid"/>
            <a:round/>
            <a:headEnd type="none" w="lg" len="lg"/>
            <a:tailEnd type="triangle" w="lg" len="lg"/>
          </a:ln>
        </p:spPr>
      </p:cxnSp>
      <p:sp>
        <p:nvSpPr>
          <p:cNvPr id="1125" name="Shape 1125"/>
          <p:cNvSpPr txBox="1"/>
          <p:nvPr/>
        </p:nvSpPr>
        <p:spPr>
          <a:xfrm>
            <a:off x="184051" y="4722150"/>
            <a:ext cx="4969199" cy="393600"/>
          </a:xfrm>
          <a:prstGeom prst="rect">
            <a:avLst/>
          </a:prstGeom>
          <a:noFill/>
          <a:ln>
            <a:noFill/>
          </a:ln>
        </p:spPr>
        <p:txBody>
          <a:bodyPr lIns="91425" tIns="91425" rIns="91425" bIns="91425" anchor="t" anchorCtr="0">
            <a:noAutofit/>
          </a:bodyPr>
          <a:lstStyle/>
          <a:p>
            <a:pPr>
              <a:spcBef>
                <a:spcPts val="0"/>
              </a:spcBef>
            </a:pPr>
            <a:r>
              <a:rPr lang="ro-RO" sz="2400" dirty="0"/>
              <a:t>N</a:t>
            </a:r>
            <a:r>
              <a:rPr lang="en" sz="2400" dirty="0" err="1"/>
              <a:t>egative</a:t>
            </a:r>
            <a:r>
              <a:rPr lang="en" sz="2400" dirty="0"/>
              <a:t> direction of the gradient</a:t>
            </a:r>
          </a:p>
        </p:txBody>
      </p:sp>
      <p:cxnSp>
        <p:nvCxnSpPr>
          <p:cNvPr id="1126" name="Shape 1126"/>
          <p:cNvCxnSpPr/>
          <p:nvPr/>
        </p:nvCxnSpPr>
        <p:spPr>
          <a:xfrm>
            <a:off x="3100026" y="4560250"/>
            <a:ext cx="3305699" cy="0"/>
          </a:xfrm>
          <a:prstGeom prst="straightConnector1">
            <a:avLst/>
          </a:prstGeom>
          <a:noFill/>
          <a:ln w="9525" cap="flat" cmpd="sng">
            <a:solidFill>
              <a:srgbClr val="000000"/>
            </a:solidFill>
            <a:prstDash val="solid"/>
            <a:round/>
            <a:headEnd type="none" w="lg" len="lg"/>
            <a:tailEnd type="triangle" w="lg" len="lg"/>
          </a:ln>
        </p:spPr>
      </p:cxnSp>
      <p:sp>
        <p:nvSpPr>
          <p:cNvPr id="1127" name="Shape 1127"/>
          <p:cNvSpPr txBox="1"/>
          <p:nvPr/>
        </p:nvSpPr>
        <p:spPr>
          <a:xfrm>
            <a:off x="5852451" y="4500075"/>
            <a:ext cx="936299" cy="304200"/>
          </a:xfrm>
          <a:prstGeom prst="rect">
            <a:avLst/>
          </a:prstGeom>
          <a:noFill/>
          <a:ln>
            <a:noFill/>
          </a:ln>
        </p:spPr>
        <p:txBody>
          <a:bodyPr lIns="91425" tIns="91425" rIns="91425" bIns="91425" anchor="t" anchorCtr="0">
            <a:noAutofit/>
          </a:bodyPr>
          <a:lstStyle/>
          <a:p>
            <a:pPr>
              <a:spcBef>
                <a:spcPts val="0"/>
              </a:spcBef>
            </a:pPr>
            <a:r>
              <a:rPr lang="en" sz="1800" dirty="0"/>
              <a:t>W</a:t>
            </a:r>
            <a:r>
              <a:rPr lang="en" sz="1800" baseline="-25000" dirty="0"/>
              <a:t>1</a:t>
            </a:r>
          </a:p>
        </p:txBody>
      </p:sp>
      <p:cxnSp>
        <p:nvCxnSpPr>
          <p:cNvPr id="1128" name="Shape 1128"/>
          <p:cNvCxnSpPr/>
          <p:nvPr/>
        </p:nvCxnSpPr>
        <p:spPr>
          <a:xfrm rot="10800000">
            <a:off x="3032500" y="1346649"/>
            <a:ext cx="0" cy="3213600"/>
          </a:xfrm>
          <a:prstGeom prst="straightConnector1">
            <a:avLst/>
          </a:prstGeom>
          <a:noFill/>
          <a:ln w="9525" cap="flat" cmpd="sng">
            <a:solidFill>
              <a:srgbClr val="000000"/>
            </a:solidFill>
            <a:prstDash val="solid"/>
            <a:round/>
            <a:headEnd type="none" w="lg" len="lg"/>
            <a:tailEnd type="triangle" w="lg" len="lg"/>
          </a:ln>
        </p:spPr>
      </p:cxnSp>
      <p:sp>
        <p:nvSpPr>
          <p:cNvPr id="1129" name="Shape 1129"/>
          <p:cNvSpPr txBox="1"/>
          <p:nvPr/>
        </p:nvSpPr>
        <p:spPr>
          <a:xfrm>
            <a:off x="2259301" y="1197750"/>
            <a:ext cx="936299" cy="304200"/>
          </a:xfrm>
          <a:prstGeom prst="rect">
            <a:avLst/>
          </a:prstGeom>
          <a:noFill/>
          <a:ln>
            <a:noFill/>
          </a:ln>
        </p:spPr>
        <p:txBody>
          <a:bodyPr lIns="91425" tIns="91425" rIns="91425" bIns="91425" anchor="t" anchorCtr="0">
            <a:noAutofit/>
          </a:bodyPr>
          <a:lstStyle/>
          <a:p>
            <a:pPr>
              <a:spcBef>
                <a:spcPts val="0"/>
              </a:spcBef>
            </a:pPr>
            <a:r>
              <a:rPr lang="en" sz="1800" dirty="0"/>
              <a:t>W</a:t>
            </a:r>
            <a:r>
              <a:rPr lang="en" sz="1800" baseline="-25000" dirty="0"/>
              <a:t>2</a:t>
            </a:r>
          </a:p>
        </p:txBody>
      </p:sp>
    </p:spTree>
    <p:extLst>
      <p:ext uri="{BB962C8B-B14F-4D97-AF65-F5344CB8AC3E}">
        <p14:creationId xmlns:p14="http://schemas.microsoft.com/office/powerpoint/2010/main" val="332194034"/>
      </p:ext>
    </p:extLst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Equivalent Representations</a:t>
            </a:r>
          </a:p>
        </p:txBody>
      </p:sp>
      <p:pic>
        <p:nvPicPr>
          <p:cNvPr id="6" name="Picture 5" descr="ranzato_CNN_stanford2015.pdf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1221450"/>
            <a:ext cx="9144000" cy="56365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29696742"/>
      </p:ext>
    </p:extLst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013" name="Text Box 5"/>
          <p:cNvSpPr txBox="1">
            <a:spLocks noChangeArrowheads="1"/>
          </p:cNvSpPr>
          <p:nvPr/>
        </p:nvSpPr>
        <p:spPr bwMode="auto">
          <a:xfrm>
            <a:off x="207360" y="944738"/>
            <a:ext cx="8709120" cy="117650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 cap="flat">
                <a:solidFill>
                  <a:srgbClr val="000000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 xmlns="">
                <a:effectLst>
                  <a:outerShdw blurRad="63500" dist="38099" dir="2700000" algn="ctr" rotWithShape="0">
                    <a:srgbClr val="000000">
                      <a:alpha val="74998"/>
                    </a:srgbClr>
                  </a:outerShdw>
                </a:effectLst>
              </a14:hiddenEffects>
            </a:ext>
          </a:extLst>
        </p:spPr>
        <p:txBody>
          <a:bodyPr lIns="81639" tIns="60021" rIns="81639" bIns="40820"/>
          <a:lstStyle>
            <a:lvl1pPr>
              <a:tabLst>
                <a:tab pos="723900" algn="l"/>
                <a:tab pos="1447800" algn="l"/>
                <a:tab pos="2171700" algn="l"/>
                <a:tab pos="2895600" algn="l"/>
                <a:tab pos="3619500" algn="l"/>
                <a:tab pos="4343400" algn="l"/>
                <a:tab pos="5067300" algn="l"/>
                <a:tab pos="5791200" algn="l"/>
                <a:tab pos="6515100" algn="l"/>
                <a:tab pos="7239000" algn="l"/>
                <a:tab pos="7962900" algn="l"/>
                <a:tab pos="8686800" algn="l"/>
                <a:tab pos="9410700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DejaVu Sans" charset="0"/>
              </a:defRPr>
            </a:lvl1pPr>
            <a:lvl2pPr>
              <a:tabLst>
                <a:tab pos="723900" algn="l"/>
                <a:tab pos="1447800" algn="l"/>
                <a:tab pos="2171700" algn="l"/>
                <a:tab pos="2895600" algn="l"/>
                <a:tab pos="3619500" algn="l"/>
                <a:tab pos="4343400" algn="l"/>
                <a:tab pos="5067300" algn="l"/>
                <a:tab pos="5791200" algn="l"/>
                <a:tab pos="6515100" algn="l"/>
                <a:tab pos="7239000" algn="l"/>
                <a:tab pos="7962900" algn="l"/>
                <a:tab pos="8686800" algn="l"/>
                <a:tab pos="9410700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DejaVu Sans" charset="0"/>
              </a:defRPr>
            </a:lvl2pPr>
            <a:lvl3pPr>
              <a:tabLst>
                <a:tab pos="723900" algn="l"/>
                <a:tab pos="1447800" algn="l"/>
                <a:tab pos="2171700" algn="l"/>
                <a:tab pos="2895600" algn="l"/>
                <a:tab pos="3619500" algn="l"/>
                <a:tab pos="4343400" algn="l"/>
                <a:tab pos="5067300" algn="l"/>
                <a:tab pos="5791200" algn="l"/>
                <a:tab pos="6515100" algn="l"/>
                <a:tab pos="7239000" algn="l"/>
                <a:tab pos="7962900" algn="l"/>
                <a:tab pos="8686800" algn="l"/>
                <a:tab pos="9410700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DejaVu Sans" charset="0"/>
              </a:defRPr>
            </a:lvl3pPr>
            <a:lvl4pPr>
              <a:tabLst>
                <a:tab pos="723900" algn="l"/>
                <a:tab pos="1447800" algn="l"/>
                <a:tab pos="2171700" algn="l"/>
                <a:tab pos="2895600" algn="l"/>
                <a:tab pos="3619500" algn="l"/>
                <a:tab pos="4343400" algn="l"/>
                <a:tab pos="5067300" algn="l"/>
                <a:tab pos="5791200" algn="l"/>
                <a:tab pos="6515100" algn="l"/>
                <a:tab pos="7239000" algn="l"/>
                <a:tab pos="7962900" algn="l"/>
                <a:tab pos="8686800" algn="l"/>
                <a:tab pos="9410700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DejaVu Sans" charset="0"/>
              </a:defRPr>
            </a:lvl4pPr>
            <a:lvl5pPr>
              <a:tabLst>
                <a:tab pos="723900" algn="l"/>
                <a:tab pos="1447800" algn="l"/>
                <a:tab pos="2171700" algn="l"/>
                <a:tab pos="2895600" algn="l"/>
                <a:tab pos="3619500" algn="l"/>
                <a:tab pos="4343400" algn="l"/>
                <a:tab pos="5067300" algn="l"/>
                <a:tab pos="5791200" algn="l"/>
                <a:tab pos="6515100" algn="l"/>
                <a:tab pos="7239000" algn="l"/>
                <a:tab pos="7962900" algn="l"/>
                <a:tab pos="8686800" algn="l"/>
                <a:tab pos="9410700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DejaVu Sans" charset="0"/>
              </a:defRPr>
            </a:lvl5pPr>
            <a:lvl6pPr marL="2514600" indent="-228600" fontAlgn="base" hangingPunct="0">
              <a:lnSpc>
                <a:spcPct val="93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charset="0"/>
              <a:tabLst>
                <a:tab pos="723900" algn="l"/>
                <a:tab pos="1447800" algn="l"/>
                <a:tab pos="2171700" algn="l"/>
                <a:tab pos="2895600" algn="l"/>
                <a:tab pos="3619500" algn="l"/>
                <a:tab pos="4343400" algn="l"/>
                <a:tab pos="5067300" algn="l"/>
                <a:tab pos="5791200" algn="l"/>
                <a:tab pos="6515100" algn="l"/>
                <a:tab pos="7239000" algn="l"/>
                <a:tab pos="7962900" algn="l"/>
                <a:tab pos="8686800" algn="l"/>
                <a:tab pos="9410700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DejaVu Sans" charset="0"/>
              </a:defRPr>
            </a:lvl6pPr>
            <a:lvl7pPr marL="2971800" indent="-228600" fontAlgn="base" hangingPunct="0">
              <a:lnSpc>
                <a:spcPct val="93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charset="0"/>
              <a:tabLst>
                <a:tab pos="723900" algn="l"/>
                <a:tab pos="1447800" algn="l"/>
                <a:tab pos="2171700" algn="l"/>
                <a:tab pos="2895600" algn="l"/>
                <a:tab pos="3619500" algn="l"/>
                <a:tab pos="4343400" algn="l"/>
                <a:tab pos="5067300" algn="l"/>
                <a:tab pos="5791200" algn="l"/>
                <a:tab pos="6515100" algn="l"/>
                <a:tab pos="7239000" algn="l"/>
                <a:tab pos="7962900" algn="l"/>
                <a:tab pos="8686800" algn="l"/>
                <a:tab pos="9410700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DejaVu Sans" charset="0"/>
              </a:defRPr>
            </a:lvl7pPr>
            <a:lvl8pPr marL="3429000" indent="-228600" fontAlgn="base" hangingPunct="0">
              <a:lnSpc>
                <a:spcPct val="93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charset="0"/>
              <a:tabLst>
                <a:tab pos="723900" algn="l"/>
                <a:tab pos="1447800" algn="l"/>
                <a:tab pos="2171700" algn="l"/>
                <a:tab pos="2895600" algn="l"/>
                <a:tab pos="3619500" algn="l"/>
                <a:tab pos="4343400" algn="l"/>
                <a:tab pos="5067300" algn="l"/>
                <a:tab pos="5791200" algn="l"/>
                <a:tab pos="6515100" algn="l"/>
                <a:tab pos="7239000" algn="l"/>
                <a:tab pos="7962900" algn="l"/>
                <a:tab pos="8686800" algn="l"/>
                <a:tab pos="9410700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DejaVu Sans" charset="0"/>
              </a:defRPr>
            </a:lvl8pPr>
            <a:lvl9pPr marL="3886200" indent="-228600" fontAlgn="base" hangingPunct="0">
              <a:lnSpc>
                <a:spcPct val="93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charset="0"/>
              <a:tabLst>
                <a:tab pos="723900" algn="l"/>
                <a:tab pos="1447800" algn="l"/>
                <a:tab pos="2171700" algn="l"/>
                <a:tab pos="2895600" algn="l"/>
                <a:tab pos="3619500" algn="l"/>
                <a:tab pos="4343400" algn="l"/>
                <a:tab pos="5067300" algn="l"/>
                <a:tab pos="5791200" algn="l"/>
                <a:tab pos="6515100" algn="l"/>
                <a:tab pos="7239000" algn="l"/>
                <a:tab pos="7962900" algn="l"/>
                <a:tab pos="8686800" algn="l"/>
                <a:tab pos="9410700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DejaVu Sans" charset="0"/>
              </a:defRPr>
            </a:lvl9pPr>
          </a:lstStyle>
          <a:p>
            <a:pPr algn="l">
              <a:spcBef>
                <a:spcPts val="0"/>
              </a:spcBef>
            </a:pPr>
            <a:r>
              <a:rPr lang="en-US" sz="2200" b="1" dirty="0">
                <a:solidFill>
                  <a:srgbClr val="FF0000"/>
                </a:solidFill>
                <a:latin typeface="FreeSans" charset="0"/>
              </a:rPr>
              <a:t>Question:</a:t>
            </a:r>
            <a:r>
              <a:rPr lang="en-US" sz="2200" dirty="0">
                <a:latin typeface="FreeSans" charset="0"/>
              </a:rPr>
              <a:t> Does BPROP work with sigmoid activations only?</a:t>
            </a:r>
          </a:p>
          <a:p>
            <a:pPr algn="l">
              <a:spcBef>
                <a:spcPts val="0"/>
              </a:spcBef>
            </a:pPr>
            <a:endParaRPr lang="en-US" sz="700" dirty="0">
              <a:latin typeface="FreeSans" charset="0"/>
            </a:endParaRPr>
          </a:p>
          <a:p>
            <a:pPr algn="l">
              <a:spcBef>
                <a:spcPts val="0"/>
              </a:spcBef>
            </a:pPr>
            <a:r>
              <a:rPr lang="en-US" sz="2200" b="1" dirty="0">
                <a:solidFill>
                  <a:srgbClr val="008000"/>
                </a:solidFill>
                <a:latin typeface="FreeSans" charset="0"/>
              </a:rPr>
              <a:t>Answer: </a:t>
            </a:r>
            <a:r>
              <a:rPr lang="en-US" sz="2200" dirty="0">
                <a:latin typeface="FreeSans" charset="0"/>
              </a:rPr>
              <a:t>Nope, any almost everywhere differentiable transformation works.</a:t>
            </a:r>
          </a:p>
        </p:txBody>
      </p:sp>
      <p:sp>
        <p:nvSpPr>
          <p:cNvPr id="43014" name="Text Box 6"/>
          <p:cNvSpPr txBox="1">
            <a:spLocks noChangeArrowheads="1"/>
          </p:cNvSpPr>
          <p:nvPr/>
        </p:nvSpPr>
        <p:spPr bwMode="auto">
          <a:xfrm>
            <a:off x="207360" y="2088220"/>
            <a:ext cx="8709120" cy="125725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 cap="flat">
                <a:solidFill>
                  <a:srgbClr val="000000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 xmlns="">
                <a:effectLst>
                  <a:outerShdw blurRad="63500" dist="38099" dir="2700000" algn="ctr" rotWithShape="0">
                    <a:srgbClr val="000000">
                      <a:alpha val="74998"/>
                    </a:srgbClr>
                  </a:outerShdw>
                </a:effectLst>
              </a14:hiddenEffects>
            </a:ext>
          </a:extLst>
        </p:spPr>
        <p:txBody>
          <a:bodyPr lIns="81639" tIns="60021" rIns="81639" bIns="40820"/>
          <a:lstStyle>
            <a:lvl1pPr>
              <a:tabLst>
                <a:tab pos="723900" algn="l"/>
                <a:tab pos="1447800" algn="l"/>
                <a:tab pos="2171700" algn="l"/>
                <a:tab pos="2895600" algn="l"/>
                <a:tab pos="3619500" algn="l"/>
                <a:tab pos="4343400" algn="l"/>
                <a:tab pos="5067300" algn="l"/>
                <a:tab pos="5791200" algn="l"/>
                <a:tab pos="6515100" algn="l"/>
                <a:tab pos="7239000" algn="l"/>
                <a:tab pos="7962900" algn="l"/>
                <a:tab pos="8686800" algn="l"/>
                <a:tab pos="9410700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DejaVu Sans" charset="0"/>
              </a:defRPr>
            </a:lvl1pPr>
            <a:lvl2pPr>
              <a:tabLst>
                <a:tab pos="723900" algn="l"/>
                <a:tab pos="1447800" algn="l"/>
                <a:tab pos="2171700" algn="l"/>
                <a:tab pos="2895600" algn="l"/>
                <a:tab pos="3619500" algn="l"/>
                <a:tab pos="4343400" algn="l"/>
                <a:tab pos="5067300" algn="l"/>
                <a:tab pos="5791200" algn="l"/>
                <a:tab pos="6515100" algn="l"/>
                <a:tab pos="7239000" algn="l"/>
                <a:tab pos="7962900" algn="l"/>
                <a:tab pos="8686800" algn="l"/>
                <a:tab pos="9410700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DejaVu Sans" charset="0"/>
              </a:defRPr>
            </a:lvl2pPr>
            <a:lvl3pPr>
              <a:tabLst>
                <a:tab pos="723900" algn="l"/>
                <a:tab pos="1447800" algn="l"/>
                <a:tab pos="2171700" algn="l"/>
                <a:tab pos="2895600" algn="l"/>
                <a:tab pos="3619500" algn="l"/>
                <a:tab pos="4343400" algn="l"/>
                <a:tab pos="5067300" algn="l"/>
                <a:tab pos="5791200" algn="l"/>
                <a:tab pos="6515100" algn="l"/>
                <a:tab pos="7239000" algn="l"/>
                <a:tab pos="7962900" algn="l"/>
                <a:tab pos="8686800" algn="l"/>
                <a:tab pos="9410700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DejaVu Sans" charset="0"/>
              </a:defRPr>
            </a:lvl3pPr>
            <a:lvl4pPr>
              <a:tabLst>
                <a:tab pos="723900" algn="l"/>
                <a:tab pos="1447800" algn="l"/>
                <a:tab pos="2171700" algn="l"/>
                <a:tab pos="2895600" algn="l"/>
                <a:tab pos="3619500" algn="l"/>
                <a:tab pos="4343400" algn="l"/>
                <a:tab pos="5067300" algn="l"/>
                <a:tab pos="5791200" algn="l"/>
                <a:tab pos="6515100" algn="l"/>
                <a:tab pos="7239000" algn="l"/>
                <a:tab pos="7962900" algn="l"/>
                <a:tab pos="8686800" algn="l"/>
                <a:tab pos="9410700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DejaVu Sans" charset="0"/>
              </a:defRPr>
            </a:lvl4pPr>
            <a:lvl5pPr>
              <a:tabLst>
                <a:tab pos="723900" algn="l"/>
                <a:tab pos="1447800" algn="l"/>
                <a:tab pos="2171700" algn="l"/>
                <a:tab pos="2895600" algn="l"/>
                <a:tab pos="3619500" algn="l"/>
                <a:tab pos="4343400" algn="l"/>
                <a:tab pos="5067300" algn="l"/>
                <a:tab pos="5791200" algn="l"/>
                <a:tab pos="6515100" algn="l"/>
                <a:tab pos="7239000" algn="l"/>
                <a:tab pos="7962900" algn="l"/>
                <a:tab pos="8686800" algn="l"/>
                <a:tab pos="9410700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DejaVu Sans" charset="0"/>
              </a:defRPr>
            </a:lvl5pPr>
            <a:lvl6pPr marL="2514600" indent="-228600" fontAlgn="base" hangingPunct="0">
              <a:lnSpc>
                <a:spcPct val="93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charset="0"/>
              <a:tabLst>
                <a:tab pos="723900" algn="l"/>
                <a:tab pos="1447800" algn="l"/>
                <a:tab pos="2171700" algn="l"/>
                <a:tab pos="2895600" algn="l"/>
                <a:tab pos="3619500" algn="l"/>
                <a:tab pos="4343400" algn="l"/>
                <a:tab pos="5067300" algn="l"/>
                <a:tab pos="5791200" algn="l"/>
                <a:tab pos="6515100" algn="l"/>
                <a:tab pos="7239000" algn="l"/>
                <a:tab pos="7962900" algn="l"/>
                <a:tab pos="8686800" algn="l"/>
                <a:tab pos="9410700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DejaVu Sans" charset="0"/>
              </a:defRPr>
            </a:lvl6pPr>
            <a:lvl7pPr marL="2971800" indent="-228600" fontAlgn="base" hangingPunct="0">
              <a:lnSpc>
                <a:spcPct val="93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charset="0"/>
              <a:tabLst>
                <a:tab pos="723900" algn="l"/>
                <a:tab pos="1447800" algn="l"/>
                <a:tab pos="2171700" algn="l"/>
                <a:tab pos="2895600" algn="l"/>
                <a:tab pos="3619500" algn="l"/>
                <a:tab pos="4343400" algn="l"/>
                <a:tab pos="5067300" algn="l"/>
                <a:tab pos="5791200" algn="l"/>
                <a:tab pos="6515100" algn="l"/>
                <a:tab pos="7239000" algn="l"/>
                <a:tab pos="7962900" algn="l"/>
                <a:tab pos="8686800" algn="l"/>
                <a:tab pos="9410700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DejaVu Sans" charset="0"/>
              </a:defRPr>
            </a:lvl7pPr>
            <a:lvl8pPr marL="3429000" indent="-228600" fontAlgn="base" hangingPunct="0">
              <a:lnSpc>
                <a:spcPct val="93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charset="0"/>
              <a:tabLst>
                <a:tab pos="723900" algn="l"/>
                <a:tab pos="1447800" algn="l"/>
                <a:tab pos="2171700" algn="l"/>
                <a:tab pos="2895600" algn="l"/>
                <a:tab pos="3619500" algn="l"/>
                <a:tab pos="4343400" algn="l"/>
                <a:tab pos="5067300" algn="l"/>
                <a:tab pos="5791200" algn="l"/>
                <a:tab pos="6515100" algn="l"/>
                <a:tab pos="7239000" algn="l"/>
                <a:tab pos="7962900" algn="l"/>
                <a:tab pos="8686800" algn="l"/>
                <a:tab pos="9410700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DejaVu Sans" charset="0"/>
              </a:defRPr>
            </a:lvl8pPr>
            <a:lvl9pPr marL="3886200" indent="-228600" fontAlgn="base" hangingPunct="0">
              <a:lnSpc>
                <a:spcPct val="93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charset="0"/>
              <a:tabLst>
                <a:tab pos="723900" algn="l"/>
                <a:tab pos="1447800" algn="l"/>
                <a:tab pos="2171700" algn="l"/>
                <a:tab pos="2895600" algn="l"/>
                <a:tab pos="3619500" algn="l"/>
                <a:tab pos="4343400" algn="l"/>
                <a:tab pos="5067300" algn="l"/>
                <a:tab pos="5791200" algn="l"/>
                <a:tab pos="6515100" algn="l"/>
                <a:tab pos="7239000" algn="l"/>
                <a:tab pos="7962900" algn="l"/>
                <a:tab pos="8686800" algn="l"/>
                <a:tab pos="9410700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DejaVu Sans" charset="0"/>
              </a:defRPr>
            </a:lvl9pPr>
          </a:lstStyle>
          <a:p>
            <a:pPr algn="l">
              <a:spcBef>
                <a:spcPts val="0"/>
              </a:spcBef>
            </a:pPr>
            <a:r>
              <a:rPr lang="en-US" sz="2200" b="1" dirty="0">
                <a:solidFill>
                  <a:srgbClr val="FF0000"/>
                </a:solidFill>
                <a:latin typeface="FreeSans" charset="0"/>
              </a:rPr>
              <a:t>Question:</a:t>
            </a:r>
            <a:r>
              <a:rPr lang="en-US" sz="2200" dirty="0">
                <a:latin typeface="FreeSans" charset="0"/>
              </a:rPr>
              <a:t> What's the computational cost of BPROP?</a:t>
            </a:r>
          </a:p>
          <a:p>
            <a:pPr algn="l">
              <a:spcBef>
                <a:spcPts val="0"/>
              </a:spcBef>
            </a:pPr>
            <a:endParaRPr lang="en-US" sz="700" dirty="0">
              <a:latin typeface="FreeSans" charset="0"/>
            </a:endParaRPr>
          </a:p>
          <a:p>
            <a:pPr algn="l">
              <a:spcBef>
                <a:spcPts val="0"/>
              </a:spcBef>
            </a:pPr>
            <a:r>
              <a:rPr lang="en-US" sz="2200" b="1" dirty="0">
                <a:solidFill>
                  <a:srgbClr val="008000"/>
                </a:solidFill>
                <a:latin typeface="FreeSans" charset="0"/>
              </a:rPr>
              <a:t>Answer: </a:t>
            </a:r>
            <a:r>
              <a:rPr lang="en-US" sz="2200" dirty="0">
                <a:latin typeface="FreeSans" charset="0"/>
              </a:rPr>
              <a:t>About twice FPROP (need to compute gradients </a:t>
            </a:r>
            <a:r>
              <a:rPr lang="en-US" sz="2200" dirty="0" err="1">
                <a:latin typeface="FreeSans" charset="0"/>
              </a:rPr>
              <a:t>w.r.t.</a:t>
            </a:r>
            <a:r>
              <a:rPr lang="en-US" sz="2200" dirty="0">
                <a:latin typeface="FreeSans" charset="0"/>
              </a:rPr>
              <a:t> input and parameters at every layer). </a:t>
            </a:r>
          </a:p>
        </p:txBody>
      </p:sp>
      <p:sp>
        <p:nvSpPr>
          <p:cNvPr id="43015" name="Text Box 7"/>
          <p:cNvSpPr txBox="1">
            <a:spLocks noChangeArrowheads="1"/>
          </p:cNvSpPr>
          <p:nvPr/>
        </p:nvSpPr>
        <p:spPr bwMode="auto">
          <a:xfrm>
            <a:off x="207360" y="3492367"/>
            <a:ext cx="8709120" cy="39028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 cap="flat">
                <a:solidFill>
                  <a:srgbClr val="000000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 xmlns="">
                <a:effectLst>
                  <a:outerShdw blurRad="63500" dist="38099" dir="2700000" algn="ctr" rotWithShape="0">
                    <a:srgbClr val="000000">
                      <a:alpha val="74998"/>
                    </a:srgbClr>
                  </a:outerShdw>
                </a:effectLst>
              </a14:hiddenEffects>
            </a:ext>
          </a:extLst>
        </p:spPr>
        <p:txBody>
          <a:bodyPr lIns="81639" tIns="60021" rIns="81639" bIns="40820"/>
          <a:lstStyle>
            <a:lvl1pPr>
              <a:tabLst>
                <a:tab pos="723900" algn="l"/>
                <a:tab pos="1447800" algn="l"/>
                <a:tab pos="2171700" algn="l"/>
                <a:tab pos="2895600" algn="l"/>
                <a:tab pos="3619500" algn="l"/>
                <a:tab pos="4343400" algn="l"/>
                <a:tab pos="5067300" algn="l"/>
                <a:tab pos="5791200" algn="l"/>
                <a:tab pos="6515100" algn="l"/>
                <a:tab pos="7239000" algn="l"/>
                <a:tab pos="7962900" algn="l"/>
                <a:tab pos="8686800" algn="l"/>
                <a:tab pos="9410700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DejaVu Sans" charset="0"/>
              </a:defRPr>
            </a:lvl1pPr>
            <a:lvl2pPr>
              <a:tabLst>
                <a:tab pos="723900" algn="l"/>
                <a:tab pos="1447800" algn="l"/>
                <a:tab pos="2171700" algn="l"/>
                <a:tab pos="2895600" algn="l"/>
                <a:tab pos="3619500" algn="l"/>
                <a:tab pos="4343400" algn="l"/>
                <a:tab pos="5067300" algn="l"/>
                <a:tab pos="5791200" algn="l"/>
                <a:tab pos="6515100" algn="l"/>
                <a:tab pos="7239000" algn="l"/>
                <a:tab pos="7962900" algn="l"/>
                <a:tab pos="8686800" algn="l"/>
                <a:tab pos="9410700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DejaVu Sans" charset="0"/>
              </a:defRPr>
            </a:lvl2pPr>
            <a:lvl3pPr>
              <a:tabLst>
                <a:tab pos="723900" algn="l"/>
                <a:tab pos="1447800" algn="l"/>
                <a:tab pos="2171700" algn="l"/>
                <a:tab pos="2895600" algn="l"/>
                <a:tab pos="3619500" algn="l"/>
                <a:tab pos="4343400" algn="l"/>
                <a:tab pos="5067300" algn="l"/>
                <a:tab pos="5791200" algn="l"/>
                <a:tab pos="6515100" algn="l"/>
                <a:tab pos="7239000" algn="l"/>
                <a:tab pos="7962900" algn="l"/>
                <a:tab pos="8686800" algn="l"/>
                <a:tab pos="9410700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DejaVu Sans" charset="0"/>
              </a:defRPr>
            </a:lvl3pPr>
            <a:lvl4pPr>
              <a:tabLst>
                <a:tab pos="723900" algn="l"/>
                <a:tab pos="1447800" algn="l"/>
                <a:tab pos="2171700" algn="l"/>
                <a:tab pos="2895600" algn="l"/>
                <a:tab pos="3619500" algn="l"/>
                <a:tab pos="4343400" algn="l"/>
                <a:tab pos="5067300" algn="l"/>
                <a:tab pos="5791200" algn="l"/>
                <a:tab pos="6515100" algn="l"/>
                <a:tab pos="7239000" algn="l"/>
                <a:tab pos="7962900" algn="l"/>
                <a:tab pos="8686800" algn="l"/>
                <a:tab pos="9410700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DejaVu Sans" charset="0"/>
              </a:defRPr>
            </a:lvl4pPr>
            <a:lvl5pPr>
              <a:tabLst>
                <a:tab pos="723900" algn="l"/>
                <a:tab pos="1447800" algn="l"/>
                <a:tab pos="2171700" algn="l"/>
                <a:tab pos="2895600" algn="l"/>
                <a:tab pos="3619500" algn="l"/>
                <a:tab pos="4343400" algn="l"/>
                <a:tab pos="5067300" algn="l"/>
                <a:tab pos="5791200" algn="l"/>
                <a:tab pos="6515100" algn="l"/>
                <a:tab pos="7239000" algn="l"/>
                <a:tab pos="7962900" algn="l"/>
                <a:tab pos="8686800" algn="l"/>
                <a:tab pos="9410700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DejaVu Sans" charset="0"/>
              </a:defRPr>
            </a:lvl5pPr>
            <a:lvl6pPr marL="2514600" indent="-228600" fontAlgn="base" hangingPunct="0">
              <a:lnSpc>
                <a:spcPct val="93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charset="0"/>
              <a:tabLst>
                <a:tab pos="723900" algn="l"/>
                <a:tab pos="1447800" algn="l"/>
                <a:tab pos="2171700" algn="l"/>
                <a:tab pos="2895600" algn="l"/>
                <a:tab pos="3619500" algn="l"/>
                <a:tab pos="4343400" algn="l"/>
                <a:tab pos="5067300" algn="l"/>
                <a:tab pos="5791200" algn="l"/>
                <a:tab pos="6515100" algn="l"/>
                <a:tab pos="7239000" algn="l"/>
                <a:tab pos="7962900" algn="l"/>
                <a:tab pos="8686800" algn="l"/>
                <a:tab pos="9410700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DejaVu Sans" charset="0"/>
              </a:defRPr>
            </a:lvl6pPr>
            <a:lvl7pPr marL="2971800" indent="-228600" fontAlgn="base" hangingPunct="0">
              <a:lnSpc>
                <a:spcPct val="93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charset="0"/>
              <a:tabLst>
                <a:tab pos="723900" algn="l"/>
                <a:tab pos="1447800" algn="l"/>
                <a:tab pos="2171700" algn="l"/>
                <a:tab pos="2895600" algn="l"/>
                <a:tab pos="3619500" algn="l"/>
                <a:tab pos="4343400" algn="l"/>
                <a:tab pos="5067300" algn="l"/>
                <a:tab pos="5791200" algn="l"/>
                <a:tab pos="6515100" algn="l"/>
                <a:tab pos="7239000" algn="l"/>
                <a:tab pos="7962900" algn="l"/>
                <a:tab pos="8686800" algn="l"/>
                <a:tab pos="9410700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DejaVu Sans" charset="0"/>
              </a:defRPr>
            </a:lvl7pPr>
            <a:lvl8pPr marL="3429000" indent="-228600" fontAlgn="base" hangingPunct="0">
              <a:lnSpc>
                <a:spcPct val="93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charset="0"/>
              <a:tabLst>
                <a:tab pos="723900" algn="l"/>
                <a:tab pos="1447800" algn="l"/>
                <a:tab pos="2171700" algn="l"/>
                <a:tab pos="2895600" algn="l"/>
                <a:tab pos="3619500" algn="l"/>
                <a:tab pos="4343400" algn="l"/>
                <a:tab pos="5067300" algn="l"/>
                <a:tab pos="5791200" algn="l"/>
                <a:tab pos="6515100" algn="l"/>
                <a:tab pos="7239000" algn="l"/>
                <a:tab pos="7962900" algn="l"/>
                <a:tab pos="8686800" algn="l"/>
                <a:tab pos="9410700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DejaVu Sans" charset="0"/>
              </a:defRPr>
            </a:lvl8pPr>
            <a:lvl9pPr marL="3886200" indent="-228600" fontAlgn="base" hangingPunct="0">
              <a:lnSpc>
                <a:spcPct val="93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charset="0"/>
              <a:tabLst>
                <a:tab pos="723900" algn="l"/>
                <a:tab pos="1447800" algn="l"/>
                <a:tab pos="2171700" algn="l"/>
                <a:tab pos="2895600" algn="l"/>
                <a:tab pos="3619500" algn="l"/>
                <a:tab pos="4343400" algn="l"/>
                <a:tab pos="5067300" algn="l"/>
                <a:tab pos="5791200" algn="l"/>
                <a:tab pos="6515100" algn="l"/>
                <a:tab pos="7239000" algn="l"/>
                <a:tab pos="7962900" algn="l"/>
                <a:tab pos="8686800" algn="l"/>
                <a:tab pos="9410700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DejaVu Sans" charset="0"/>
              </a:defRPr>
            </a:lvl9pPr>
          </a:lstStyle>
          <a:p>
            <a:pPr algn="l">
              <a:spcBef>
                <a:spcPts val="0"/>
              </a:spcBef>
            </a:pPr>
            <a:r>
              <a:rPr lang="en-US" sz="2200" b="1" dirty="0">
                <a:solidFill>
                  <a:srgbClr val="FF0000"/>
                </a:solidFill>
                <a:latin typeface="FreeSans" charset="0"/>
              </a:rPr>
              <a:t>Note:</a:t>
            </a:r>
            <a:r>
              <a:rPr lang="en-US" sz="2200" dirty="0">
                <a:latin typeface="FreeSans" charset="0"/>
              </a:rPr>
              <a:t> FPROP and BPROP are dual of each other. E.g.: </a:t>
            </a:r>
          </a:p>
        </p:txBody>
      </p:sp>
      <p:sp>
        <p:nvSpPr>
          <p:cNvPr id="43016" name="Oval 8"/>
          <p:cNvSpPr>
            <a:spLocks noChangeArrowheads="1"/>
          </p:cNvSpPr>
          <p:nvPr/>
        </p:nvSpPr>
        <p:spPr bwMode="auto">
          <a:xfrm>
            <a:off x="2158560" y="4814426"/>
            <a:ext cx="414720" cy="414764"/>
          </a:xfrm>
          <a:prstGeom prst="ellipse">
            <a:avLst/>
          </a:prstGeom>
          <a:noFill/>
          <a:ln w="36720" cap="flat">
            <a:solidFill>
              <a:srgbClr val="000000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AF507438-7753-43e0-B8FC-AC1667EBCBE1}">
              <a14:hiddenEffects xmlns:a14="http://schemas.microsoft.com/office/drawing/2010/main" xmlns="">
                <a:effectLst>
                  <a:outerShdw blurRad="63500" dist="38099" dir="2700000" algn="ctr" rotWithShape="0">
                    <a:srgbClr val="000000">
                      <a:alpha val="74998"/>
                    </a:srgbClr>
                  </a:outerShdw>
                </a:effectLst>
              </a14:hiddenEffects>
            </a:ext>
          </a:extLst>
        </p:spPr>
        <p:txBody>
          <a:bodyPr wrap="none" lIns="97967" tIns="76349" rIns="97967" bIns="57147" anchor="ctr"/>
          <a:lstStyle/>
          <a:p>
            <a:pPr algn="ctr"/>
            <a:r>
              <a:rPr lang="en-US" sz="2200" b="1">
                <a:solidFill>
                  <a:srgbClr val="000000"/>
                </a:solidFill>
              </a:rPr>
              <a:t>+</a:t>
            </a:r>
          </a:p>
        </p:txBody>
      </p:sp>
      <p:sp>
        <p:nvSpPr>
          <p:cNvPr id="43017" name="Line 9"/>
          <p:cNvSpPr>
            <a:spLocks noChangeShapeType="1"/>
          </p:cNvSpPr>
          <p:nvPr/>
        </p:nvSpPr>
        <p:spPr bwMode="auto">
          <a:xfrm>
            <a:off x="1524000" y="4538236"/>
            <a:ext cx="622080" cy="414764"/>
          </a:xfrm>
          <a:prstGeom prst="line">
            <a:avLst/>
          </a:prstGeom>
          <a:noFill/>
          <a:ln w="36720" cap="flat">
            <a:solidFill>
              <a:srgbClr val="000000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  <a:ext uri="{AF507438-7753-43e0-B8FC-AC1667EBCBE1}">
              <a14:hiddenEffects xmlns:a14="http://schemas.microsoft.com/office/drawing/2010/main" xmlns="">
                <a:effectLst>
                  <a:outerShdw blurRad="63500" dist="38099" dir="2700000" algn="ctr" rotWithShape="0">
                    <a:srgbClr val="000000">
                      <a:alpha val="74998"/>
                    </a:srgbClr>
                  </a:outerShdw>
                </a:effectLst>
              </a14:hiddenEffects>
            </a:ext>
          </a:extLst>
        </p:spPr>
        <p:txBody>
          <a:bodyPr lIns="82945" tIns="41473" rIns="82945" bIns="41473"/>
          <a:lstStyle/>
          <a:p>
            <a:endParaRPr lang="en-US"/>
          </a:p>
        </p:txBody>
      </p:sp>
      <p:sp>
        <p:nvSpPr>
          <p:cNvPr id="43018" name="Line 10"/>
          <p:cNvSpPr>
            <a:spLocks noChangeShapeType="1"/>
          </p:cNvSpPr>
          <p:nvPr/>
        </p:nvSpPr>
        <p:spPr bwMode="auto">
          <a:xfrm flipV="1">
            <a:off x="1524000" y="5105400"/>
            <a:ext cx="622080" cy="417644"/>
          </a:xfrm>
          <a:prstGeom prst="line">
            <a:avLst/>
          </a:prstGeom>
          <a:noFill/>
          <a:ln w="36720" cap="flat">
            <a:solidFill>
              <a:srgbClr val="000000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  <a:ext uri="{AF507438-7753-43e0-B8FC-AC1667EBCBE1}">
              <a14:hiddenEffects xmlns:a14="http://schemas.microsoft.com/office/drawing/2010/main" xmlns="">
                <a:effectLst>
                  <a:outerShdw blurRad="63500" dist="38099" dir="2700000" algn="ctr" rotWithShape="0">
                    <a:srgbClr val="000000">
                      <a:alpha val="74998"/>
                    </a:srgbClr>
                  </a:outerShdw>
                </a:effectLst>
              </a14:hiddenEffects>
            </a:ext>
          </a:extLst>
        </p:spPr>
        <p:txBody>
          <a:bodyPr lIns="82945" tIns="41473" rIns="82945" bIns="41473"/>
          <a:lstStyle/>
          <a:p>
            <a:endParaRPr lang="en-US"/>
          </a:p>
        </p:txBody>
      </p:sp>
      <p:sp>
        <p:nvSpPr>
          <p:cNvPr id="43019" name="Line 11"/>
          <p:cNvSpPr>
            <a:spLocks noChangeShapeType="1"/>
          </p:cNvSpPr>
          <p:nvPr/>
        </p:nvSpPr>
        <p:spPr bwMode="auto">
          <a:xfrm>
            <a:off x="2545920" y="4998766"/>
            <a:ext cx="607680" cy="1440"/>
          </a:xfrm>
          <a:prstGeom prst="line">
            <a:avLst/>
          </a:prstGeom>
          <a:noFill/>
          <a:ln w="36720" cap="flat">
            <a:solidFill>
              <a:srgbClr val="000000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  <a:ext uri="{AF507438-7753-43e0-B8FC-AC1667EBCBE1}">
              <a14:hiddenEffects xmlns:a14="http://schemas.microsoft.com/office/drawing/2010/main" xmlns="">
                <a:effectLst>
                  <a:outerShdw blurRad="63500" dist="38099" dir="2700000" algn="ctr" rotWithShape="0">
                    <a:srgbClr val="000000">
                      <a:alpha val="74998"/>
                    </a:srgbClr>
                  </a:outerShdw>
                </a:effectLst>
              </a14:hiddenEffects>
            </a:ext>
          </a:extLst>
        </p:spPr>
        <p:txBody>
          <a:bodyPr lIns="82945" tIns="41473" rIns="82945" bIns="41473"/>
          <a:lstStyle/>
          <a:p>
            <a:endParaRPr lang="en-US"/>
          </a:p>
        </p:txBody>
      </p:sp>
      <p:sp>
        <p:nvSpPr>
          <p:cNvPr id="43020" name="Oval 12"/>
          <p:cNvSpPr>
            <a:spLocks noChangeArrowheads="1"/>
          </p:cNvSpPr>
          <p:nvPr/>
        </p:nvSpPr>
        <p:spPr bwMode="auto">
          <a:xfrm flipH="1">
            <a:off x="5349600" y="6022712"/>
            <a:ext cx="414720" cy="414764"/>
          </a:xfrm>
          <a:prstGeom prst="ellipse">
            <a:avLst/>
          </a:prstGeom>
          <a:noFill/>
          <a:ln w="36720" cap="flat">
            <a:solidFill>
              <a:srgbClr val="000000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AF507438-7753-43e0-B8FC-AC1667EBCBE1}">
              <a14:hiddenEffects xmlns:a14="http://schemas.microsoft.com/office/drawing/2010/main" xmlns="">
                <a:effectLst>
                  <a:outerShdw blurRad="63500" dist="38099" dir="2700000" algn="ctr" rotWithShape="0">
                    <a:srgbClr val="000000">
                      <a:alpha val="74998"/>
                    </a:srgbClr>
                  </a:outerShdw>
                </a:effectLst>
              </a14:hiddenEffects>
            </a:ext>
          </a:extLst>
        </p:spPr>
        <p:txBody>
          <a:bodyPr wrap="none" lIns="97967" tIns="76349" rIns="97967" bIns="57147" anchor="ctr"/>
          <a:lstStyle/>
          <a:p>
            <a:pPr algn="ctr"/>
            <a:r>
              <a:rPr lang="en-US" sz="2200" b="1">
                <a:solidFill>
                  <a:srgbClr val="000000"/>
                </a:solidFill>
              </a:rPr>
              <a:t>+</a:t>
            </a:r>
          </a:p>
        </p:txBody>
      </p:sp>
      <p:sp>
        <p:nvSpPr>
          <p:cNvPr id="43021" name="Line 13"/>
          <p:cNvSpPr>
            <a:spLocks noChangeShapeType="1"/>
          </p:cNvSpPr>
          <p:nvPr/>
        </p:nvSpPr>
        <p:spPr bwMode="auto">
          <a:xfrm flipH="1">
            <a:off x="5775840" y="5757436"/>
            <a:ext cx="624960" cy="414764"/>
          </a:xfrm>
          <a:prstGeom prst="line">
            <a:avLst/>
          </a:prstGeom>
          <a:noFill/>
          <a:ln w="36720" cap="flat">
            <a:solidFill>
              <a:srgbClr val="000000"/>
            </a:solidFill>
            <a:prstDash val="sysDot"/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  <a:ext uri="{AF507438-7753-43e0-B8FC-AC1667EBCBE1}">
              <a14:hiddenEffects xmlns:a14="http://schemas.microsoft.com/office/drawing/2010/main" xmlns="">
                <a:effectLst>
                  <a:outerShdw blurRad="63500" dist="38099" dir="2700000" algn="ctr" rotWithShape="0">
                    <a:srgbClr val="000000">
                      <a:alpha val="74998"/>
                    </a:srgbClr>
                  </a:outerShdw>
                </a:effectLst>
              </a14:hiddenEffects>
            </a:ext>
          </a:extLst>
        </p:spPr>
        <p:txBody>
          <a:bodyPr lIns="82945" tIns="41473" rIns="82945" bIns="41473"/>
          <a:lstStyle/>
          <a:p>
            <a:endParaRPr lang="en-US"/>
          </a:p>
        </p:txBody>
      </p:sp>
      <p:sp>
        <p:nvSpPr>
          <p:cNvPr id="43022" name="Line 14"/>
          <p:cNvSpPr>
            <a:spLocks noChangeShapeType="1"/>
          </p:cNvSpPr>
          <p:nvPr/>
        </p:nvSpPr>
        <p:spPr bwMode="auto">
          <a:xfrm flipH="1" flipV="1">
            <a:off x="5775840" y="6292021"/>
            <a:ext cx="624960" cy="417644"/>
          </a:xfrm>
          <a:prstGeom prst="line">
            <a:avLst/>
          </a:prstGeom>
          <a:noFill/>
          <a:ln w="36720" cap="flat">
            <a:solidFill>
              <a:srgbClr val="000000"/>
            </a:solidFill>
            <a:prstDash val="sysDot"/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  <a:ext uri="{AF507438-7753-43e0-B8FC-AC1667EBCBE1}">
              <a14:hiddenEffects xmlns:a14="http://schemas.microsoft.com/office/drawing/2010/main" xmlns="">
                <a:effectLst>
                  <a:outerShdw blurRad="63500" dist="38099" dir="2700000" algn="ctr" rotWithShape="0">
                    <a:srgbClr val="000000">
                      <a:alpha val="74998"/>
                    </a:srgbClr>
                  </a:outerShdw>
                </a:effectLst>
              </a14:hiddenEffects>
            </a:ext>
          </a:extLst>
        </p:spPr>
        <p:txBody>
          <a:bodyPr lIns="82945" tIns="41473" rIns="82945" bIns="41473"/>
          <a:lstStyle/>
          <a:p>
            <a:endParaRPr lang="en-US"/>
          </a:p>
        </p:txBody>
      </p:sp>
      <p:sp>
        <p:nvSpPr>
          <p:cNvPr id="43023" name="Line 15"/>
          <p:cNvSpPr>
            <a:spLocks noChangeShapeType="1"/>
          </p:cNvSpPr>
          <p:nvPr/>
        </p:nvSpPr>
        <p:spPr bwMode="auto">
          <a:xfrm flipH="1">
            <a:off x="4767840" y="6207051"/>
            <a:ext cx="610560" cy="1441"/>
          </a:xfrm>
          <a:prstGeom prst="line">
            <a:avLst/>
          </a:prstGeom>
          <a:noFill/>
          <a:ln w="36720" cap="flat">
            <a:solidFill>
              <a:srgbClr val="000000"/>
            </a:solidFill>
            <a:prstDash val="sysDot"/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  <a:ext uri="{AF507438-7753-43e0-B8FC-AC1667EBCBE1}">
              <a14:hiddenEffects xmlns:a14="http://schemas.microsoft.com/office/drawing/2010/main" xmlns="">
                <a:effectLst>
                  <a:outerShdw blurRad="63500" dist="38099" dir="2700000" algn="ctr" rotWithShape="0">
                    <a:srgbClr val="000000">
                      <a:alpha val="74998"/>
                    </a:srgbClr>
                  </a:outerShdw>
                </a:effectLst>
              </a14:hiddenEffects>
            </a:ext>
          </a:extLst>
        </p:spPr>
        <p:txBody>
          <a:bodyPr lIns="82945" tIns="41473" rIns="82945" bIns="41473"/>
          <a:lstStyle/>
          <a:p>
            <a:endParaRPr lang="en-US"/>
          </a:p>
        </p:txBody>
      </p:sp>
      <p:sp>
        <p:nvSpPr>
          <p:cNvPr id="43024" name="Line 16"/>
          <p:cNvSpPr>
            <a:spLocks noChangeShapeType="1"/>
          </p:cNvSpPr>
          <p:nvPr/>
        </p:nvSpPr>
        <p:spPr bwMode="auto">
          <a:xfrm flipH="1">
            <a:off x="4862880" y="4704975"/>
            <a:ext cx="610560" cy="1440"/>
          </a:xfrm>
          <a:prstGeom prst="line">
            <a:avLst/>
          </a:prstGeom>
          <a:noFill/>
          <a:ln w="36720" cap="flat">
            <a:solidFill>
              <a:srgbClr val="000000"/>
            </a:solidFill>
            <a:prstDash val="sysDot"/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  <a:ext uri="{AF507438-7753-43e0-B8FC-AC1667EBCBE1}">
              <a14:hiddenEffects xmlns:a14="http://schemas.microsoft.com/office/drawing/2010/main" xmlns="">
                <a:effectLst>
                  <a:outerShdw blurRad="63500" dist="38099" dir="2700000" algn="ctr" rotWithShape="0">
                    <a:srgbClr val="000000">
                      <a:alpha val="74998"/>
                    </a:srgbClr>
                  </a:outerShdw>
                </a:effectLst>
              </a14:hiddenEffects>
            </a:ext>
          </a:extLst>
        </p:spPr>
        <p:txBody>
          <a:bodyPr lIns="82945" tIns="41473" rIns="82945" bIns="41473"/>
          <a:lstStyle/>
          <a:p>
            <a:endParaRPr lang="en-US"/>
          </a:p>
        </p:txBody>
      </p:sp>
      <p:sp>
        <p:nvSpPr>
          <p:cNvPr id="43025" name="Line 17"/>
          <p:cNvSpPr>
            <a:spLocks noChangeShapeType="1"/>
          </p:cNvSpPr>
          <p:nvPr/>
        </p:nvSpPr>
        <p:spPr bwMode="auto">
          <a:xfrm flipH="1">
            <a:off x="4862880" y="5325679"/>
            <a:ext cx="610560" cy="1441"/>
          </a:xfrm>
          <a:prstGeom prst="line">
            <a:avLst/>
          </a:prstGeom>
          <a:noFill/>
          <a:ln w="36720" cap="flat">
            <a:solidFill>
              <a:srgbClr val="000000"/>
            </a:solidFill>
            <a:prstDash val="sysDot"/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  <a:ext uri="{AF507438-7753-43e0-B8FC-AC1667EBCBE1}">
              <a14:hiddenEffects xmlns:a14="http://schemas.microsoft.com/office/drawing/2010/main" xmlns="">
                <a:effectLst>
                  <a:outerShdw blurRad="63500" dist="38099" dir="2700000" algn="ctr" rotWithShape="0">
                    <a:srgbClr val="000000">
                      <a:alpha val="74998"/>
                    </a:srgbClr>
                  </a:outerShdw>
                </a:effectLst>
              </a14:hiddenEffects>
            </a:ext>
          </a:extLst>
        </p:spPr>
        <p:txBody>
          <a:bodyPr lIns="82945" tIns="41473" rIns="82945" bIns="41473"/>
          <a:lstStyle/>
          <a:p>
            <a:endParaRPr lang="en-US"/>
          </a:p>
        </p:txBody>
      </p:sp>
      <p:sp>
        <p:nvSpPr>
          <p:cNvPr id="43026" name="Line 18"/>
          <p:cNvSpPr>
            <a:spLocks noChangeShapeType="1"/>
          </p:cNvSpPr>
          <p:nvPr/>
        </p:nvSpPr>
        <p:spPr bwMode="auto">
          <a:xfrm>
            <a:off x="5477760" y="4704975"/>
            <a:ext cx="1440" cy="622145"/>
          </a:xfrm>
          <a:prstGeom prst="line">
            <a:avLst/>
          </a:prstGeom>
          <a:noFill/>
          <a:ln w="36720" cap="flat">
            <a:solidFill>
              <a:srgbClr val="000000"/>
            </a:solidFill>
            <a:prstDash val="sysDot"/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  <a:ext uri="{AF507438-7753-43e0-B8FC-AC1667EBCBE1}">
              <a14:hiddenEffects xmlns:a14="http://schemas.microsoft.com/office/drawing/2010/main" xmlns="">
                <a:effectLst>
                  <a:outerShdw blurRad="63500" dist="38099" dir="2700000" algn="ctr" rotWithShape="0">
                    <a:srgbClr val="000000">
                      <a:alpha val="74998"/>
                    </a:srgbClr>
                  </a:outerShdw>
                </a:effectLst>
              </a14:hiddenEffects>
            </a:ext>
          </a:extLst>
        </p:spPr>
        <p:txBody>
          <a:bodyPr lIns="82945" tIns="41473" rIns="82945" bIns="41473"/>
          <a:lstStyle/>
          <a:p>
            <a:endParaRPr lang="en-US"/>
          </a:p>
        </p:txBody>
      </p:sp>
      <p:sp>
        <p:nvSpPr>
          <p:cNvPr id="43027" name="Line 19"/>
          <p:cNvSpPr>
            <a:spLocks noChangeShapeType="1"/>
          </p:cNvSpPr>
          <p:nvPr/>
        </p:nvSpPr>
        <p:spPr bwMode="auto">
          <a:xfrm flipH="1">
            <a:off x="5451840" y="5031888"/>
            <a:ext cx="610560" cy="1441"/>
          </a:xfrm>
          <a:prstGeom prst="line">
            <a:avLst/>
          </a:prstGeom>
          <a:noFill/>
          <a:ln w="36720" cap="flat">
            <a:solidFill>
              <a:srgbClr val="000000"/>
            </a:solidFill>
            <a:prstDash val="sysDot"/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  <a:ext uri="{AF507438-7753-43e0-B8FC-AC1667EBCBE1}">
              <a14:hiddenEffects xmlns:a14="http://schemas.microsoft.com/office/drawing/2010/main" xmlns="">
                <a:effectLst>
                  <a:outerShdw blurRad="63500" dist="38099" dir="2700000" algn="ctr" rotWithShape="0">
                    <a:srgbClr val="000000">
                      <a:alpha val="74998"/>
                    </a:srgbClr>
                  </a:outerShdw>
                </a:effectLst>
              </a14:hiddenEffects>
            </a:ext>
          </a:extLst>
        </p:spPr>
        <p:txBody>
          <a:bodyPr lIns="82945" tIns="41473" rIns="82945" bIns="41473"/>
          <a:lstStyle/>
          <a:p>
            <a:endParaRPr lang="en-US"/>
          </a:p>
        </p:txBody>
      </p:sp>
      <p:sp>
        <p:nvSpPr>
          <p:cNvPr id="43028" name="Line 20"/>
          <p:cNvSpPr>
            <a:spLocks noChangeShapeType="1"/>
          </p:cNvSpPr>
          <p:nvPr/>
        </p:nvSpPr>
        <p:spPr bwMode="auto">
          <a:xfrm>
            <a:off x="2219041" y="5782208"/>
            <a:ext cx="607680" cy="1440"/>
          </a:xfrm>
          <a:prstGeom prst="line">
            <a:avLst/>
          </a:prstGeom>
          <a:noFill/>
          <a:ln w="36720" cap="flat">
            <a:solidFill>
              <a:srgbClr val="000000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  <a:ext uri="{AF507438-7753-43e0-B8FC-AC1667EBCBE1}">
              <a14:hiddenEffects xmlns:a14="http://schemas.microsoft.com/office/drawing/2010/main" xmlns="">
                <a:effectLst>
                  <a:outerShdw blurRad="63500" dist="38099" dir="2700000" algn="ctr" rotWithShape="0">
                    <a:srgbClr val="000000">
                      <a:alpha val="74998"/>
                    </a:srgbClr>
                  </a:outerShdw>
                </a:effectLst>
              </a14:hiddenEffects>
            </a:ext>
          </a:extLst>
        </p:spPr>
        <p:txBody>
          <a:bodyPr lIns="82945" tIns="41473" rIns="82945" bIns="41473"/>
          <a:lstStyle/>
          <a:p>
            <a:endParaRPr lang="en-US"/>
          </a:p>
        </p:txBody>
      </p:sp>
      <p:sp>
        <p:nvSpPr>
          <p:cNvPr id="43029" name="Line 21"/>
          <p:cNvSpPr>
            <a:spLocks noChangeShapeType="1"/>
          </p:cNvSpPr>
          <p:nvPr/>
        </p:nvSpPr>
        <p:spPr bwMode="auto">
          <a:xfrm>
            <a:off x="2219041" y="6402912"/>
            <a:ext cx="607680" cy="1441"/>
          </a:xfrm>
          <a:prstGeom prst="line">
            <a:avLst/>
          </a:prstGeom>
          <a:noFill/>
          <a:ln w="36720" cap="flat">
            <a:solidFill>
              <a:srgbClr val="000000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  <a:ext uri="{AF507438-7753-43e0-B8FC-AC1667EBCBE1}">
              <a14:hiddenEffects xmlns:a14="http://schemas.microsoft.com/office/drawing/2010/main" xmlns="">
                <a:effectLst>
                  <a:outerShdw blurRad="63500" dist="38099" dir="2700000" algn="ctr" rotWithShape="0">
                    <a:srgbClr val="000000">
                      <a:alpha val="74998"/>
                    </a:srgbClr>
                  </a:outerShdw>
                </a:effectLst>
              </a14:hiddenEffects>
            </a:ext>
          </a:extLst>
        </p:spPr>
        <p:txBody>
          <a:bodyPr lIns="82945" tIns="41473" rIns="82945" bIns="41473"/>
          <a:lstStyle/>
          <a:p>
            <a:endParaRPr lang="en-US"/>
          </a:p>
        </p:txBody>
      </p:sp>
      <p:sp>
        <p:nvSpPr>
          <p:cNvPr id="43030" name="Line 22"/>
          <p:cNvSpPr>
            <a:spLocks noChangeShapeType="1"/>
          </p:cNvSpPr>
          <p:nvPr/>
        </p:nvSpPr>
        <p:spPr bwMode="auto">
          <a:xfrm>
            <a:off x="2214720" y="5782208"/>
            <a:ext cx="1440" cy="622145"/>
          </a:xfrm>
          <a:prstGeom prst="line">
            <a:avLst/>
          </a:prstGeom>
          <a:noFill/>
          <a:ln w="36720" cap="flat">
            <a:solidFill>
              <a:srgbClr val="000000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  <a:ext uri="{AF507438-7753-43e0-B8FC-AC1667EBCBE1}">
              <a14:hiddenEffects xmlns:a14="http://schemas.microsoft.com/office/drawing/2010/main" xmlns="">
                <a:effectLst>
                  <a:outerShdw blurRad="63500" dist="38099" dir="2700000" algn="ctr" rotWithShape="0">
                    <a:srgbClr val="000000">
                      <a:alpha val="74998"/>
                    </a:srgbClr>
                  </a:outerShdw>
                </a:effectLst>
              </a14:hiddenEffects>
            </a:ext>
          </a:extLst>
        </p:spPr>
        <p:txBody>
          <a:bodyPr lIns="82945" tIns="41473" rIns="82945" bIns="41473"/>
          <a:lstStyle/>
          <a:p>
            <a:endParaRPr lang="en-US"/>
          </a:p>
        </p:txBody>
      </p:sp>
      <p:sp>
        <p:nvSpPr>
          <p:cNvPr id="43031" name="Line 23"/>
          <p:cNvSpPr>
            <a:spLocks noChangeShapeType="1"/>
          </p:cNvSpPr>
          <p:nvPr/>
        </p:nvSpPr>
        <p:spPr bwMode="auto">
          <a:xfrm>
            <a:off x="1631521" y="6109121"/>
            <a:ext cx="607680" cy="1441"/>
          </a:xfrm>
          <a:prstGeom prst="line">
            <a:avLst/>
          </a:prstGeom>
          <a:noFill/>
          <a:ln w="36720" cap="flat">
            <a:solidFill>
              <a:srgbClr val="000000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  <a:ext uri="{AF507438-7753-43e0-B8FC-AC1667EBCBE1}">
              <a14:hiddenEffects xmlns:a14="http://schemas.microsoft.com/office/drawing/2010/main" xmlns="">
                <a:effectLst>
                  <a:outerShdw blurRad="63500" dist="38099" dir="2700000" algn="ctr" rotWithShape="0">
                    <a:srgbClr val="000000">
                      <a:alpha val="74998"/>
                    </a:srgbClr>
                  </a:outerShdw>
                </a:effectLst>
              </a14:hiddenEffects>
            </a:ext>
          </a:extLst>
        </p:spPr>
        <p:txBody>
          <a:bodyPr lIns="82945" tIns="41473" rIns="82945" bIns="41473"/>
          <a:lstStyle/>
          <a:p>
            <a:endParaRPr lang="en-US"/>
          </a:p>
        </p:txBody>
      </p:sp>
      <p:sp>
        <p:nvSpPr>
          <p:cNvPr id="43032" name="Line 24"/>
          <p:cNvSpPr>
            <a:spLocks noChangeShapeType="1"/>
          </p:cNvSpPr>
          <p:nvPr/>
        </p:nvSpPr>
        <p:spPr bwMode="auto">
          <a:xfrm>
            <a:off x="1036800" y="5599308"/>
            <a:ext cx="5806080" cy="1441"/>
          </a:xfrm>
          <a:prstGeom prst="line">
            <a:avLst/>
          </a:prstGeom>
          <a:noFill/>
          <a:ln w="54720" cap="flat">
            <a:solidFill>
              <a:srgbClr val="000080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  <a:ext uri="{AF507438-7753-43e0-B8FC-AC1667EBCBE1}">
              <a14:hiddenEffects xmlns:a14="http://schemas.microsoft.com/office/drawing/2010/main" xmlns="">
                <a:effectLst>
                  <a:outerShdw blurRad="63500" dist="38099" dir="2700000" algn="ctr" rotWithShape="0">
                    <a:srgbClr val="000000">
                      <a:alpha val="74998"/>
                    </a:srgbClr>
                  </a:outerShdw>
                </a:effectLst>
              </a14:hiddenEffects>
            </a:ext>
          </a:extLst>
        </p:spPr>
        <p:txBody>
          <a:bodyPr lIns="82945" tIns="41473" rIns="82945" bIns="41473"/>
          <a:lstStyle/>
          <a:p>
            <a:endParaRPr lang="en-US"/>
          </a:p>
        </p:txBody>
      </p:sp>
      <p:sp>
        <p:nvSpPr>
          <p:cNvPr id="43033" name="Line 25"/>
          <p:cNvSpPr>
            <a:spLocks noChangeShapeType="1"/>
          </p:cNvSpPr>
          <p:nvPr/>
        </p:nvSpPr>
        <p:spPr bwMode="auto">
          <a:xfrm>
            <a:off x="1036800" y="4391022"/>
            <a:ext cx="5806080" cy="1440"/>
          </a:xfrm>
          <a:prstGeom prst="line">
            <a:avLst/>
          </a:prstGeom>
          <a:noFill/>
          <a:ln w="54720" cap="flat">
            <a:solidFill>
              <a:srgbClr val="000080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  <a:ext uri="{AF507438-7753-43e0-B8FC-AC1667EBCBE1}">
              <a14:hiddenEffects xmlns:a14="http://schemas.microsoft.com/office/drawing/2010/main" xmlns="">
                <a:effectLst>
                  <a:outerShdw blurRad="63500" dist="38099" dir="2700000" algn="ctr" rotWithShape="0">
                    <a:srgbClr val="000000">
                      <a:alpha val="74998"/>
                    </a:srgbClr>
                  </a:outerShdw>
                </a:effectLst>
              </a14:hiddenEffects>
            </a:ext>
          </a:extLst>
        </p:spPr>
        <p:txBody>
          <a:bodyPr lIns="82945" tIns="41473" rIns="82945" bIns="41473"/>
          <a:lstStyle/>
          <a:p>
            <a:endParaRPr lang="en-US"/>
          </a:p>
        </p:txBody>
      </p:sp>
      <p:sp>
        <p:nvSpPr>
          <p:cNvPr id="43034" name="Line 26"/>
          <p:cNvSpPr>
            <a:spLocks noChangeShapeType="1"/>
          </p:cNvSpPr>
          <p:nvPr/>
        </p:nvSpPr>
        <p:spPr bwMode="auto">
          <a:xfrm flipV="1">
            <a:off x="3839040" y="4029543"/>
            <a:ext cx="1440" cy="2491462"/>
          </a:xfrm>
          <a:prstGeom prst="line">
            <a:avLst/>
          </a:prstGeom>
          <a:noFill/>
          <a:ln w="54720" cap="flat">
            <a:solidFill>
              <a:srgbClr val="000080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  <a:ext uri="{AF507438-7753-43e0-B8FC-AC1667EBCBE1}">
              <a14:hiddenEffects xmlns:a14="http://schemas.microsoft.com/office/drawing/2010/main" xmlns="">
                <a:effectLst>
                  <a:outerShdw blurRad="63500" dist="38099" dir="2700000" algn="ctr" rotWithShape="0">
                    <a:srgbClr val="000000">
                      <a:alpha val="74998"/>
                    </a:srgbClr>
                  </a:outerShdw>
                </a:effectLst>
              </a14:hiddenEffects>
            </a:ext>
          </a:extLst>
        </p:spPr>
        <p:txBody>
          <a:bodyPr lIns="82945" tIns="41473" rIns="82945" bIns="41473"/>
          <a:lstStyle/>
          <a:p>
            <a:endParaRPr lang="en-US"/>
          </a:p>
        </p:txBody>
      </p:sp>
      <p:sp>
        <p:nvSpPr>
          <p:cNvPr id="43035" name="Text Box 27"/>
          <p:cNvSpPr txBox="1">
            <a:spLocks noChangeArrowheads="1"/>
          </p:cNvSpPr>
          <p:nvPr/>
        </p:nvSpPr>
        <p:spPr bwMode="auto">
          <a:xfrm>
            <a:off x="1752600" y="3979139"/>
            <a:ext cx="1248960" cy="69847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 cap="flat">
                <a:solidFill>
                  <a:srgbClr val="000000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 xmlns="">
                <a:effectLst>
                  <a:outerShdw blurRad="63500" dist="38099" dir="2700000" algn="ctr" rotWithShape="0">
                    <a:srgbClr val="000000">
                      <a:alpha val="74998"/>
                    </a:srgbClr>
                  </a:outerShdw>
                </a:effectLst>
              </a14:hiddenEffects>
            </a:ext>
          </a:extLst>
        </p:spPr>
        <p:txBody>
          <a:bodyPr lIns="81639" tIns="60021" rIns="81639" bIns="40820"/>
          <a:lstStyle>
            <a:lvl1pPr>
              <a:tabLst>
                <a:tab pos="723900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DejaVu Sans" charset="0"/>
              </a:defRPr>
            </a:lvl1pPr>
            <a:lvl2pPr>
              <a:tabLst>
                <a:tab pos="723900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DejaVu Sans" charset="0"/>
              </a:defRPr>
            </a:lvl2pPr>
            <a:lvl3pPr>
              <a:tabLst>
                <a:tab pos="723900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DejaVu Sans" charset="0"/>
              </a:defRPr>
            </a:lvl3pPr>
            <a:lvl4pPr>
              <a:tabLst>
                <a:tab pos="723900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DejaVu Sans" charset="0"/>
              </a:defRPr>
            </a:lvl4pPr>
            <a:lvl5pPr>
              <a:tabLst>
                <a:tab pos="723900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DejaVu Sans" charset="0"/>
              </a:defRPr>
            </a:lvl5pPr>
            <a:lvl6pPr marL="2514600" indent="-228600" fontAlgn="base" hangingPunct="0">
              <a:lnSpc>
                <a:spcPct val="93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charset="0"/>
              <a:tabLst>
                <a:tab pos="723900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DejaVu Sans" charset="0"/>
              </a:defRPr>
            </a:lvl6pPr>
            <a:lvl7pPr marL="2971800" indent="-228600" fontAlgn="base" hangingPunct="0">
              <a:lnSpc>
                <a:spcPct val="93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charset="0"/>
              <a:tabLst>
                <a:tab pos="723900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DejaVu Sans" charset="0"/>
              </a:defRPr>
            </a:lvl7pPr>
            <a:lvl8pPr marL="3429000" indent="-228600" fontAlgn="base" hangingPunct="0">
              <a:lnSpc>
                <a:spcPct val="93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charset="0"/>
              <a:tabLst>
                <a:tab pos="723900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DejaVu Sans" charset="0"/>
              </a:defRPr>
            </a:lvl8pPr>
            <a:lvl9pPr marL="3886200" indent="-228600" fontAlgn="base" hangingPunct="0">
              <a:lnSpc>
                <a:spcPct val="93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charset="0"/>
              <a:tabLst>
                <a:tab pos="723900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DejaVu Sans" charset="0"/>
              </a:defRPr>
            </a:lvl9pPr>
          </a:lstStyle>
          <a:p>
            <a:r>
              <a:rPr lang="en-US" sz="2200" i="1" dirty="0">
                <a:latin typeface="FreeSans" charset="0"/>
              </a:rPr>
              <a:t>FPROP</a:t>
            </a:r>
          </a:p>
        </p:txBody>
      </p:sp>
      <p:sp>
        <p:nvSpPr>
          <p:cNvPr id="43036" name="Text Box 28"/>
          <p:cNvSpPr txBox="1">
            <a:spLocks noChangeArrowheads="1"/>
          </p:cNvSpPr>
          <p:nvPr/>
        </p:nvSpPr>
        <p:spPr bwMode="auto">
          <a:xfrm>
            <a:off x="4740480" y="3979138"/>
            <a:ext cx="1272960" cy="442126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 cap="flat">
                <a:solidFill>
                  <a:srgbClr val="000000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 xmlns="">
                <a:effectLst>
                  <a:outerShdw blurRad="63500" dist="38099" dir="2700000" algn="ctr" rotWithShape="0">
                    <a:srgbClr val="000000">
                      <a:alpha val="74998"/>
                    </a:srgbClr>
                  </a:outerShdw>
                </a:effectLst>
              </a14:hiddenEffects>
            </a:ext>
          </a:extLst>
        </p:spPr>
        <p:txBody>
          <a:bodyPr lIns="81639" tIns="60021" rIns="81639" bIns="40820"/>
          <a:lstStyle>
            <a:lvl1pPr>
              <a:tabLst>
                <a:tab pos="723900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DejaVu Sans" charset="0"/>
              </a:defRPr>
            </a:lvl1pPr>
            <a:lvl2pPr>
              <a:tabLst>
                <a:tab pos="723900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DejaVu Sans" charset="0"/>
              </a:defRPr>
            </a:lvl2pPr>
            <a:lvl3pPr>
              <a:tabLst>
                <a:tab pos="723900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DejaVu Sans" charset="0"/>
              </a:defRPr>
            </a:lvl3pPr>
            <a:lvl4pPr>
              <a:tabLst>
                <a:tab pos="723900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DejaVu Sans" charset="0"/>
              </a:defRPr>
            </a:lvl4pPr>
            <a:lvl5pPr>
              <a:tabLst>
                <a:tab pos="723900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DejaVu Sans" charset="0"/>
              </a:defRPr>
            </a:lvl5pPr>
            <a:lvl6pPr marL="2514600" indent="-228600" fontAlgn="base" hangingPunct="0">
              <a:lnSpc>
                <a:spcPct val="93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charset="0"/>
              <a:tabLst>
                <a:tab pos="723900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DejaVu Sans" charset="0"/>
              </a:defRPr>
            </a:lvl6pPr>
            <a:lvl7pPr marL="2971800" indent="-228600" fontAlgn="base" hangingPunct="0">
              <a:lnSpc>
                <a:spcPct val="93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charset="0"/>
              <a:tabLst>
                <a:tab pos="723900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DejaVu Sans" charset="0"/>
              </a:defRPr>
            </a:lvl7pPr>
            <a:lvl8pPr marL="3429000" indent="-228600" fontAlgn="base" hangingPunct="0">
              <a:lnSpc>
                <a:spcPct val="93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charset="0"/>
              <a:tabLst>
                <a:tab pos="723900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DejaVu Sans" charset="0"/>
              </a:defRPr>
            </a:lvl8pPr>
            <a:lvl9pPr marL="3886200" indent="-228600" fontAlgn="base" hangingPunct="0">
              <a:lnSpc>
                <a:spcPct val="93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charset="0"/>
              <a:tabLst>
                <a:tab pos="723900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DejaVu Sans" charset="0"/>
              </a:defRPr>
            </a:lvl9pPr>
          </a:lstStyle>
          <a:p>
            <a:r>
              <a:rPr lang="en-US" sz="2200" i="1">
                <a:latin typeface="FreeSans" charset="0"/>
              </a:rPr>
              <a:t>BPROP</a:t>
            </a:r>
          </a:p>
        </p:txBody>
      </p:sp>
      <p:sp>
        <p:nvSpPr>
          <p:cNvPr id="43037" name="Text Box 29"/>
          <p:cNvSpPr txBox="1">
            <a:spLocks noChangeArrowheads="1"/>
          </p:cNvSpPr>
          <p:nvPr/>
        </p:nvSpPr>
        <p:spPr bwMode="auto">
          <a:xfrm rot="16200000">
            <a:off x="843797" y="4820203"/>
            <a:ext cx="829527" cy="31392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 cap="flat">
                <a:solidFill>
                  <a:srgbClr val="000000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 xmlns="">
                <a:effectLst>
                  <a:outerShdw blurRad="63500" dist="38099" dir="2700000" algn="ctr" rotWithShape="0">
                    <a:srgbClr val="000000">
                      <a:alpha val="74998"/>
                    </a:srgbClr>
                  </a:outerShdw>
                </a:effectLst>
              </a14:hiddenEffects>
            </a:ext>
          </a:extLst>
        </p:spPr>
        <p:txBody>
          <a:bodyPr lIns="81639" tIns="55221" rIns="81639" bIns="40820"/>
          <a:lstStyle>
            <a:lvl1pPr>
              <a:tabLst>
                <a:tab pos="723900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DejaVu Sans" charset="0"/>
              </a:defRPr>
            </a:lvl1pPr>
            <a:lvl2pPr>
              <a:tabLst>
                <a:tab pos="723900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DejaVu Sans" charset="0"/>
              </a:defRPr>
            </a:lvl2pPr>
            <a:lvl3pPr>
              <a:tabLst>
                <a:tab pos="723900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DejaVu Sans" charset="0"/>
              </a:defRPr>
            </a:lvl3pPr>
            <a:lvl4pPr>
              <a:tabLst>
                <a:tab pos="723900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DejaVu Sans" charset="0"/>
              </a:defRPr>
            </a:lvl4pPr>
            <a:lvl5pPr>
              <a:tabLst>
                <a:tab pos="723900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DejaVu Sans" charset="0"/>
              </a:defRPr>
            </a:lvl5pPr>
            <a:lvl6pPr marL="2514600" indent="-228600" fontAlgn="base" hangingPunct="0">
              <a:lnSpc>
                <a:spcPct val="93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charset="0"/>
              <a:tabLst>
                <a:tab pos="723900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DejaVu Sans" charset="0"/>
              </a:defRPr>
            </a:lvl6pPr>
            <a:lvl7pPr marL="2971800" indent="-228600" fontAlgn="base" hangingPunct="0">
              <a:lnSpc>
                <a:spcPct val="93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charset="0"/>
              <a:tabLst>
                <a:tab pos="723900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DejaVu Sans" charset="0"/>
              </a:defRPr>
            </a:lvl7pPr>
            <a:lvl8pPr marL="3429000" indent="-228600" fontAlgn="base" hangingPunct="0">
              <a:lnSpc>
                <a:spcPct val="93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charset="0"/>
              <a:tabLst>
                <a:tab pos="723900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DejaVu Sans" charset="0"/>
              </a:defRPr>
            </a:lvl8pPr>
            <a:lvl9pPr marL="3886200" indent="-228600" fontAlgn="base" hangingPunct="0">
              <a:lnSpc>
                <a:spcPct val="93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charset="0"/>
              <a:tabLst>
                <a:tab pos="723900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DejaVu Sans" charset="0"/>
              </a:defRPr>
            </a:lvl9pPr>
          </a:lstStyle>
          <a:p>
            <a:pPr algn="ctr"/>
            <a:r>
              <a:rPr lang="en-US">
                <a:latin typeface="FreeSans" charset="0"/>
              </a:rPr>
              <a:t>SUM</a:t>
            </a:r>
          </a:p>
        </p:txBody>
      </p:sp>
      <p:sp>
        <p:nvSpPr>
          <p:cNvPr id="43038" name="Text Box 30"/>
          <p:cNvSpPr txBox="1">
            <a:spLocks noChangeArrowheads="1"/>
          </p:cNvSpPr>
          <p:nvPr/>
        </p:nvSpPr>
        <p:spPr bwMode="auto">
          <a:xfrm rot="16200000">
            <a:off x="959717" y="5846323"/>
            <a:ext cx="829527" cy="54576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 cap="flat">
                <a:solidFill>
                  <a:srgbClr val="000000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 xmlns="">
                <a:effectLst>
                  <a:outerShdw blurRad="63500" dist="38099" dir="2700000" algn="ctr" rotWithShape="0">
                    <a:srgbClr val="000000">
                      <a:alpha val="74998"/>
                    </a:srgbClr>
                  </a:outerShdw>
                </a:effectLst>
              </a14:hiddenEffects>
            </a:ext>
          </a:extLst>
        </p:spPr>
        <p:txBody>
          <a:bodyPr lIns="81639" tIns="55221" rIns="81639" bIns="40820"/>
          <a:lstStyle>
            <a:lvl1pPr>
              <a:tabLst>
                <a:tab pos="723900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DejaVu Sans" charset="0"/>
              </a:defRPr>
            </a:lvl1pPr>
            <a:lvl2pPr>
              <a:tabLst>
                <a:tab pos="723900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DejaVu Sans" charset="0"/>
              </a:defRPr>
            </a:lvl2pPr>
            <a:lvl3pPr>
              <a:tabLst>
                <a:tab pos="723900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DejaVu Sans" charset="0"/>
              </a:defRPr>
            </a:lvl3pPr>
            <a:lvl4pPr>
              <a:tabLst>
                <a:tab pos="723900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DejaVu Sans" charset="0"/>
              </a:defRPr>
            </a:lvl4pPr>
            <a:lvl5pPr>
              <a:tabLst>
                <a:tab pos="723900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DejaVu Sans" charset="0"/>
              </a:defRPr>
            </a:lvl5pPr>
            <a:lvl6pPr marL="2514600" indent="-228600" fontAlgn="base" hangingPunct="0">
              <a:lnSpc>
                <a:spcPct val="93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charset="0"/>
              <a:tabLst>
                <a:tab pos="723900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DejaVu Sans" charset="0"/>
              </a:defRPr>
            </a:lvl6pPr>
            <a:lvl7pPr marL="2971800" indent="-228600" fontAlgn="base" hangingPunct="0">
              <a:lnSpc>
                <a:spcPct val="93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charset="0"/>
              <a:tabLst>
                <a:tab pos="723900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DejaVu Sans" charset="0"/>
              </a:defRPr>
            </a:lvl7pPr>
            <a:lvl8pPr marL="3429000" indent="-228600" fontAlgn="base" hangingPunct="0">
              <a:lnSpc>
                <a:spcPct val="93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charset="0"/>
              <a:tabLst>
                <a:tab pos="723900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DejaVu Sans" charset="0"/>
              </a:defRPr>
            </a:lvl8pPr>
            <a:lvl9pPr marL="3886200" indent="-228600" fontAlgn="base" hangingPunct="0">
              <a:lnSpc>
                <a:spcPct val="93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charset="0"/>
              <a:tabLst>
                <a:tab pos="723900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DejaVu Sans" charset="0"/>
              </a:defRPr>
            </a:lvl9pPr>
          </a:lstStyle>
          <a:p>
            <a:pPr algn="ctr"/>
            <a:r>
              <a:rPr lang="en-US">
                <a:latin typeface="FreeSans" charset="0"/>
              </a:rPr>
              <a:t>COPY</a:t>
            </a:r>
          </a:p>
          <a:p>
            <a:pPr algn="ctr"/>
            <a:endParaRPr lang="en-US">
              <a:latin typeface="FreeSans" charset="0"/>
            </a:endParaRPr>
          </a:p>
        </p:txBody>
      </p:sp>
      <p:sp>
        <p:nvSpPr>
          <p:cNvPr id="35" name="Title 1"/>
          <p:cNvSpPr txBox="1">
            <a:spLocks/>
          </p:cNvSpPr>
          <p:nvPr/>
        </p:nvSpPr>
        <p:spPr>
          <a:xfrm>
            <a:off x="685800" y="228600"/>
            <a:ext cx="7772400" cy="685800"/>
          </a:xfrm>
          <a:prstGeom prst="rect">
            <a:avLst/>
          </a:prstGeom>
        </p:spPr>
        <p:txBody>
          <a:bodyPr/>
          <a:lstStyle>
            <a:lvl1pPr algn="ctr" rtl="0" eaLnBrk="0" fontAlgn="base" hangingPunct="0">
              <a:spcBef>
                <a:spcPct val="0"/>
              </a:spcBef>
              <a:spcAft>
                <a:spcPct val="0"/>
              </a:spcAft>
              <a:defRPr sz="40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  <a:lvl2pPr algn="ctr" rtl="0" eaLnBrk="0" fontAlgn="base" hangingPunct="0">
              <a:spcBef>
                <a:spcPct val="0"/>
              </a:spcBef>
              <a:spcAft>
                <a:spcPct val="0"/>
              </a:spcAft>
              <a:defRPr sz="4000">
                <a:solidFill>
                  <a:schemeClr val="tx2"/>
                </a:solidFill>
                <a:latin typeface="Arial" pitchFamily="-112" charset="0"/>
                <a:ea typeface="Osaka" pitchFamily="-112" charset="-128"/>
                <a:cs typeface="Osaka" pitchFamily="-112" charset="-128"/>
              </a:defRPr>
            </a:lvl2pPr>
            <a:lvl3pPr algn="ctr" rtl="0" eaLnBrk="0" fontAlgn="base" hangingPunct="0">
              <a:spcBef>
                <a:spcPct val="0"/>
              </a:spcBef>
              <a:spcAft>
                <a:spcPct val="0"/>
              </a:spcAft>
              <a:defRPr sz="4000">
                <a:solidFill>
                  <a:schemeClr val="tx2"/>
                </a:solidFill>
                <a:latin typeface="Arial" pitchFamily="-112" charset="0"/>
                <a:ea typeface="Osaka" pitchFamily="-112" charset="-128"/>
                <a:cs typeface="Osaka" pitchFamily="-112" charset="-128"/>
              </a:defRPr>
            </a:lvl3pPr>
            <a:lvl4pPr algn="ctr" rtl="0" eaLnBrk="0" fontAlgn="base" hangingPunct="0">
              <a:spcBef>
                <a:spcPct val="0"/>
              </a:spcBef>
              <a:spcAft>
                <a:spcPct val="0"/>
              </a:spcAft>
              <a:defRPr sz="4000">
                <a:solidFill>
                  <a:schemeClr val="tx2"/>
                </a:solidFill>
                <a:latin typeface="Arial" pitchFamily="-112" charset="0"/>
                <a:ea typeface="Osaka" pitchFamily="-112" charset="-128"/>
                <a:cs typeface="Osaka" pitchFamily="-112" charset="-128"/>
              </a:defRPr>
            </a:lvl4pPr>
            <a:lvl5pPr algn="ctr" rtl="0" eaLnBrk="0" fontAlgn="base" hangingPunct="0">
              <a:spcBef>
                <a:spcPct val="0"/>
              </a:spcBef>
              <a:spcAft>
                <a:spcPct val="0"/>
              </a:spcAft>
              <a:defRPr sz="4000">
                <a:solidFill>
                  <a:schemeClr val="tx2"/>
                </a:solidFill>
                <a:latin typeface="Arial" pitchFamily="-112" charset="0"/>
                <a:ea typeface="Osaka" pitchFamily="-112" charset="-128"/>
                <a:cs typeface="Osaka" pitchFamily="-112" charset="-128"/>
              </a:defRPr>
            </a:lvl5pPr>
            <a:lvl6pPr marL="457200" algn="ctr" rtl="0" fontAlgn="base">
              <a:spcBef>
                <a:spcPct val="0"/>
              </a:spcBef>
              <a:spcAft>
                <a:spcPct val="0"/>
              </a:spcAft>
              <a:defRPr sz="4000">
                <a:solidFill>
                  <a:schemeClr val="tx2"/>
                </a:solidFill>
                <a:latin typeface="Arial" pitchFamily="-112" charset="0"/>
                <a:ea typeface="Osaka" pitchFamily="-112" charset="-128"/>
                <a:cs typeface="Osaka" pitchFamily="-112" charset="-128"/>
              </a:defRPr>
            </a:lvl6pPr>
            <a:lvl7pPr marL="914400" algn="ctr" rtl="0" fontAlgn="base">
              <a:spcBef>
                <a:spcPct val="0"/>
              </a:spcBef>
              <a:spcAft>
                <a:spcPct val="0"/>
              </a:spcAft>
              <a:defRPr sz="4000">
                <a:solidFill>
                  <a:schemeClr val="tx2"/>
                </a:solidFill>
                <a:latin typeface="Arial" pitchFamily="-112" charset="0"/>
                <a:ea typeface="Osaka" pitchFamily="-112" charset="-128"/>
                <a:cs typeface="Osaka" pitchFamily="-112" charset="-128"/>
              </a:defRPr>
            </a:lvl7pPr>
            <a:lvl8pPr marL="1371600" algn="ctr" rtl="0" fontAlgn="base">
              <a:spcBef>
                <a:spcPct val="0"/>
              </a:spcBef>
              <a:spcAft>
                <a:spcPct val="0"/>
              </a:spcAft>
              <a:defRPr sz="4000">
                <a:solidFill>
                  <a:schemeClr val="tx2"/>
                </a:solidFill>
                <a:latin typeface="Arial" pitchFamily="-112" charset="0"/>
                <a:ea typeface="Osaka" pitchFamily="-112" charset="-128"/>
                <a:cs typeface="Osaka" pitchFamily="-112" charset="-128"/>
              </a:defRPr>
            </a:lvl8pPr>
            <a:lvl9pPr marL="1828800" algn="ctr" rtl="0" fontAlgn="base">
              <a:spcBef>
                <a:spcPct val="0"/>
              </a:spcBef>
              <a:spcAft>
                <a:spcPct val="0"/>
              </a:spcAft>
              <a:defRPr sz="4000">
                <a:solidFill>
                  <a:schemeClr val="tx2"/>
                </a:solidFill>
                <a:latin typeface="Arial" pitchFamily="-112" charset="0"/>
                <a:ea typeface="Osaka" pitchFamily="-112" charset="-128"/>
                <a:cs typeface="Osaka" pitchFamily="-112" charset="-128"/>
              </a:defRPr>
            </a:lvl9pPr>
          </a:lstStyle>
          <a:p>
            <a:r>
              <a:rPr lang="en-US" dirty="0"/>
              <a:t>Backward Propagation</a:t>
            </a:r>
          </a:p>
        </p:txBody>
      </p:sp>
    </p:spTree>
    <p:extLst>
      <p:ext uri="{BB962C8B-B14F-4D97-AF65-F5344CB8AC3E}">
        <p14:creationId xmlns:p14="http://schemas.microsoft.com/office/powerpoint/2010/main" val="490048811"/>
      </p:ext>
    </p:extLst>
  </p:cSld>
  <p:clrMapOvr>
    <a:masterClrMapping/>
  </p:clrMapOvr>
  <p:transition spd="med"/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01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01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01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0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0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0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0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0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0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0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0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0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0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0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0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0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0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0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0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0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0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0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0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0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0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0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0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3015" grpId="0"/>
      <p:bldP spid="43016" grpId="0" animBg="1"/>
      <p:bldP spid="43017" grpId="0" animBg="1"/>
      <p:bldP spid="43018" grpId="0" animBg="1"/>
      <p:bldP spid="43019" grpId="0" animBg="1"/>
      <p:bldP spid="43020" grpId="0" animBg="1"/>
      <p:bldP spid="43021" grpId="0" animBg="1"/>
      <p:bldP spid="43022" grpId="0" animBg="1"/>
      <p:bldP spid="43023" grpId="0" animBg="1"/>
      <p:bldP spid="43024" grpId="0" animBg="1"/>
      <p:bldP spid="43025" grpId="0" animBg="1"/>
      <p:bldP spid="43026" grpId="0" animBg="1"/>
      <p:bldP spid="43027" grpId="0" animBg="1"/>
      <p:bldP spid="43028" grpId="0" animBg="1"/>
      <p:bldP spid="43029" grpId="0" animBg="1"/>
      <p:bldP spid="43030" grpId="0" animBg="1"/>
      <p:bldP spid="43031" grpId="0" animBg="1"/>
      <p:bldP spid="43032" grpId="0" animBg="1"/>
      <p:bldP spid="43033" grpId="0" animBg="1"/>
      <p:bldP spid="43034" grpId="0" animBg="1"/>
      <p:bldP spid="43035" grpId="0"/>
      <p:bldP spid="43036" grpId="0"/>
      <p:bldP spid="43037" grpId="0"/>
      <p:bldP spid="43038" grpId="0"/>
    </p:bldLst>
  </p:timing>
</p:sld>
</file>

<file path=ppt/theme/theme1.xml><?xml version="1.0" encoding="utf-8"?>
<a:theme xmlns:a="http://schemas.openxmlformats.org/drawingml/2006/main" name="pictures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 Classic 2">
      <a:majorFont>
        <a:latin typeface="Arial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ajorFont>
      <a:minorFont>
        <a:latin typeface="Arial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Blank Presentation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Blank Presentation">
      <a:majorFont>
        <a:latin typeface="Arial"/>
        <a:ea typeface="Osaka"/>
        <a:cs typeface="Osaka"/>
      </a:majorFont>
      <a:minorFont>
        <a:latin typeface="Arial"/>
        <a:ea typeface="Osaka"/>
        <a:cs typeface="Osak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chemeClr val="accent1"/>
        </a:solidFill>
        <a:ln w="12700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  <a:effectLst/>
      </a:spPr>
      <a:bodyPr vert="horz" wrap="none" lIns="91440" tIns="45720" rIns="91440" bIns="45720" numCol="1" anchor="ctr" anchorCtr="0" compatLnSpc="1">
        <a:prstTxWarp prst="textNoShape">
          <a:avLst/>
        </a:prstTxWarp>
      </a:bodyPr>
      <a:lstStyle>
        <a:defPPr marL="0" marR="0" indent="0" algn="ctr" defTabSz="914400" rtl="0" eaLnBrk="0" fontAlgn="base" latinLnBrk="0" hangingPunct="0">
          <a:lnSpc>
            <a:spcPct val="100000"/>
          </a:lnSpc>
          <a:spcBef>
            <a:spcPct val="50000"/>
          </a:spcBef>
          <a:spcAft>
            <a:spcPct val="0"/>
          </a:spcAft>
          <a:buClrTx/>
          <a:buSzTx/>
          <a:buFontTx/>
          <a:buNone/>
          <a:tabLst/>
          <a:defRPr kumimoji="0" lang="en-US" sz="1200" b="0" i="0" u="none" strike="noStrike" cap="none" normalizeH="0" baseline="0">
            <a:ln>
              <a:noFill/>
            </a:ln>
            <a:solidFill>
              <a:schemeClr val="tx1"/>
            </a:solidFill>
            <a:effectLst/>
            <a:latin typeface="Arial" pitchFamily="-112" charset="0"/>
            <a:ea typeface="ＭＳ Ｐゴシック" pitchFamily="-112" charset="-128"/>
            <a:cs typeface="ＭＳ Ｐゴシック" pitchFamily="-112" charset="-128"/>
          </a:defRPr>
        </a:defPPr>
      </a:lstStyle>
    </a:spDef>
    <a:ln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chemeClr val="accent1"/>
        </a:solidFill>
        <a:ln w="12700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  <a:effectLst/>
      </a:spPr>
      <a:bodyPr vert="horz" wrap="none" lIns="91440" tIns="45720" rIns="91440" bIns="45720" numCol="1" anchor="ctr" anchorCtr="0" compatLnSpc="1">
        <a:prstTxWarp prst="textNoShape">
          <a:avLst/>
        </a:prstTxWarp>
      </a:bodyPr>
      <a:lstStyle>
        <a:defPPr marL="0" marR="0" indent="0" algn="ctr" defTabSz="914400" rtl="0" eaLnBrk="0" fontAlgn="base" latinLnBrk="0" hangingPunct="0">
          <a:lnSpc>
            <a:spcPct val="100000"/>
          </a:lnSpc>
          <a:spcBef>
            <a:spcPct val="50000"/>
          </a:spcBef>
          <a:spcAft>
            <a:spcPct val="0"/>
          </a:spcAft>
          <a:buClrTx/>
          <a:buSzTx/>
          <a:buFontTx/>
          <a:buNone/>
          <a:tabLst/>
          <a:defRPr kumimoji="0" lang="en-US" sz="1200" b="0" i="0" u="none" strike="noStrike" cap="none" normalizeH="0" baseline="0">
            <a:ln>
              <a:noFill/>
            </a:ln>
            <a:solidFill>
              <a:schemeClr val="tx1"/>
            </a:solidFill>
            <a:effectLst/>
            <a:latin typeface="Arial" pitchFamily="-112" charset="0"/>
            <a:ea typeface="ＭＳ Ｐゴシック" pitchFamily="-112" charset="-128"/>
            <a:cs typeface="ＭＳ Ｐゴシック" pitchFamily="-112" charset="-128"/>
          </a:defRPr>
        </a:defPPr>
      </a:lstStyle>
    </a:lnDef>
  </a:objectDefaults>
  <a:extraClrSchemeLst>
    <a:extraClrScheme>
      <a:clrScheme name="Blank Presentation 1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BBE0E3"/>
        </a:accent1>
        <a:accent2>
          <a:srgbClr val="333399"/>
        </a:accent2>
        <a:accent3>
          <a:srgbClr val="FFFFFF"/>
        </a:accent3>
        <a:accent4>
          <a:srgbClr val="000000"/>
        </a:accent4>
        <a:accent5>
          <a:srgbClr val="DAEDEF"/>
        </a:accent5>
        <a:accent6>
          <a:srgbClr val="2D2D8A"/>
        </a:accent6>
        <a:hlink>
          <a:srgbClr val="009999"/>
        </a:hlink>
        <a:folHlink>
          <a:srgbClr val="99CC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Blank Presentation 2">
        <a:dk1>
          <a:srgbClr val="000000"/>
        </a:dk1>
        <a:lt1>
          <a:srgbClr val="FFFFFF"/>
        </a:lt1>
        <a:dk2>
          <a:srgbClr val="000000"/>
        </a:dk2>
        <a:lt2>
          <a:srgbClr val="969696"/>
        </a:lt2>
        <a:accent1>
          <a:srgbClr val="FBDF53"/>
        </a:accent1>
        <a:accent2>
          <a:srgbClr val="FF9966"/>
        </a:accent2>
        <a:accent3>
          <a:srgbClr val="FFFFFF"/>
        </a:accent3>
        <a:accent4>
          <a:srgbClr val="000000"/>
        </a:accent4>
        <a:accent5>
          <a:srgbClr val="FDECB3"/>
        </a:accent5>
        <a:accent6>
          <a:srgbClr val="E78A5C"/>
        </a:accent6>
        <a:hlink>
          <a:srgbClr val="CC3300"/>
        </a:hlink>
        <a:folHlink>
          <a:srgbClr val="9966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Blank Presentation 3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99CCFF"/>
        </a:accent1>
        <a:accent2>
          <a:srgbClr val="CCCCFF"/>
        </a:accent2>
        <a:accent3>
          <a:srgbClr val="FFFFFF"/>
        </a:accent3>
        <a:accent4>
          <a:srgbClr val="000000"/>
        </a:accent4>
        <a:accent5>
          <a:srgbClr val="CAE2FF"/>
        </a:accent5>
        <a:accent6>
          <a:srgbClr val="B9B9E7"/>
        </a:accent6>
        <a:hlink>
          <a:srgbClr val="3333CC"/>
        </a:hlink>
        <a:folHlink>
          <a:srgbClr val="AF67FF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Blank Presentation 4">
        <a:dk1>
          <a:srgbClr val="000000"/>
        </a:dk1>
        <a:lt1>
          <a:srgbClr val="DEF6F1"/>
        </a:lt1>
        <a:dk2>
          <a:srgbClr val="000000"/>
        </a:dk2>
        <a:lt2>
          <a:srgbClr val="969696"/>
        </a:lt2>
        <a:accent1>
          <a:srgbClr val="FFFFFF"/>
        </a:accent1>
        <a:accent2>
          <a:srgbClr val="8DC6FF"/>
        </a:accent2>
        <a:accent3>
          <a:srgbClr val="ECFAF7"/>
        </a:accent3>
        <a:accent4>
          <a:srgbClr val="000000"/>
        </a:accent4>
        <a:accent5>
          <a:srgbClr val="FFFFFF"/>
        </a:accent5>
        <a:accent6>
          <a:srgbClr val="7FB3E7"/>
        </a:accent6>
        <a:hlink>
          <a:srgbClr val="0066CC"/>
        </a:hlink>
        <a:folHlink>
          <a:srgbClr val="00A8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Blank Presentation 5">
        <a:dk1>
          <a:srgbClr val="000000"/>
        </a:dk1>
        <a:lt1>
          <a:srgbClr val="FFFFD9"/>
        </a:lt1>
        <a:dk2>
          <a:srgbClr val="000000"/>
        </a:dk2>
        <a:lt2>
          <a:srgbClr val="777777"/>
        </a:lt2>
        <a:accent1>
          <a:srgbClr val="FFFFF7"/>
        </a:accent1>
        <a:accent2>
          <a:srgbClr val="33CCCC"/>
        </a:accent2>
        <a:accent3>
          <a:srgbClr val="FFFFE9"/>
        </a:accent3>
        <a:accent4>
          <a:srgbClr val="000000"/>
        </a:accent4>
        <a:accent5>
          <a:srgbClr val="FFFFFA"/>
        </a:accent5>
        <a:accent6>
          <a:srgbClr val="2DB9B9"/>
        </a:accent6>
        <a:hlink>
          <a:srgbClr val="FF5050"/>
        </a:hlink>
        <a:folHlink>
          <a:srgbClr val="FF99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Blank Presentation 6">
        <a:dk1>
          <a:srgbClr val="005A58"/>
        </a:dk1>
        <a:lt1>
          <a:srgbClr val="FFFFFF"/>
        </a:lt1>
        <a:dk2>
          <a:srgbClr val="008080"/>
        </a:dk2>
        <a:lt2>
          <a:srgbClr val="FFFF99"/>
        </a:lt2>
        <a:accent1>
          <a:srgbClr val="006462"/>
        </a:accent1>
        <a:accent2>
          <a:srgbClr val="6D6FC7"/>
        </a:accent2>
        <a:accent3>
          <a:srgbClr val="AAC0C0"/>
        </a:accent3>
        <a:accent4>
          <a:srgbClr val="DADADA"/>
        </a:accent4>
        <a:accent5>
          <a:srgbClr val="AAB8B7"/>
        </a:accent5>
        <a:accent6>
          <a:srgbClr val="6264B4"/>
        </a:accent6>
        <a:hlink>
          <a:srgbClr val="00FFFF"/>
        </a:hlink>
        <a:folHlink>
          <a:srgbClr val="00FF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Blank Presentation 7">
        <a:dk1>
          <a:srgbClr val="5C1F00"/>
        </a:dk1>
        <a:lt1>
          <a:srgbClr val="FFFFFF"/>
        </a:lt1>
        <a:dk2>
          <a:srgbClr val="800000"/>
        </a:dk2>
        <a:lt2>
          <a:srgbClr val="DFD293"/>
        </a:lt2>
        <a:accent1>
          <a:srgbClr val="713E39"/>
        </a:accent1>
        <a:accent2>
          <a:srgbClr val="BE7960"/>
        </a:accent2>
        <a:accent3>
          <a:srgbClr val="C0AAAA"/>
        </a:accent3>
        <a:accent4>
          <a:srgbClr val="DADADA"/>
        </a:accent4>
        <a:accent5>
          <a:srgbClr val="BBAFAE"/>
        </a:accent5>
        <a:accent6>
          <a:srgbClr val="AC6D56"/>
        </a:accent6>
        <a:hlink>
          <a:srgbClr val="FFFF99"/>
        </a:hlink>
        <a:folHlink>
          <a:srgbClr val="D3A21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Blank Presentation 8">
        <a:dk1>
          <a:srgbClr val="003366"/>
        </a:dk1>
        <a:lt1>
          <a:srgbClr val="FFFFFF"/>
        </a:lt1>
        <a:dk2>
          <a:srgbClr val="000099"/>
        </a:dk2>
        <a:lt2>
          <a:srgbClr val="CCFFFF"/>
        </a:lt2>
        <a:accent1>
          <a:srgbClr val="3366CC"/>
        </a:accent1>
        <a:accent2>
          <a:srgbClr val="00B000"/>
        </a:accent2>
        <a:accent3>
          <a:srgbClr val="AAAACA"/>
        </a:accent3>
        <a:accent4>
          <a:srgbClr val="DADADA"/>
        </a:accent4>
        <a:accent5>
          <a:srgbClr val="ADB8E2"/>
        </a:accent5>
        <a:accent6>
          <a:srgbClr val="009F00"/>
        </a:accent6>
        <a:hlink>
          <a:srgbClr val="66CCFF"/>
        </a:hlink>
        <a:folHlink>
          <a:srgbClr val="FFE701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Blank Presentation 9">
        <a:dk1>
          <a:srgbClr val="336699"/>
        </a:dk1>
        <a:lt1>
          <a:srgbClr val="FFFFFF"/>
        </a:lt1>
        <a:dk2>
          <a:srgbClr val="000000"/>
        </a:dk2>
        <a:lt2>
          <a:srgbClr val="E3EBF1"/>
        </a:lt2>
        <a:accent1>
          <a:srgbClr val="003399"/>
        </a:accent1>
        <a:accent2>
          <a:srgbClr val="468A4B"/>
        </a:accent2>
        <a:accent3>
          <a:srgbClr val="AAAAAA"/>
        </a:accent3>
        <a:accent4>
          <a:srgbClr val="DADADA"/>
        </a:accent4>
        <a:accent5>
          <a:srgbClr val="AAADCA"/>
        </a:accent5>
        <a:accent6>
          <a:srgbClr val="3F7D43"/>
        </a:accent6>
        <a:hlink>
          <a:srgbClr val="66CCFF"/>
        </a:hlink>
        <a:folHlink>
          <a:srgbClr val="F0E5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Blank Presentation 10">
        <a:dk1>
          <a:srgbClr val="777777"/>
        </a:dk1>
        <a:lt1>
          <a:srgbClr val="FFFFFF"/>
        </a:lt1>
        <a:dk2>
          <a:srgbClr val="686B5D"/>
        </a:dk2>
        <a:lt2>
          <a:srgbClr val="D1D1CB"/>
        </a:lt2>
        <a:accent1>
          <a:srgbClr val="909082"/>
        </a:accent1>
        <a:accent2>
          <a:srgbClr val="809EA8"/>
        </a:accent2>
        <a:accent3>
          <a:srgbClr val="B9BAB6"/>
        </a:accent3>
        <a:accent4>
          <a:srgbClr val="DADADA"/>
        </a:accent4>
        <a:accent5>
          <a:srgbClr val="C6C6C1"/>
        </a:accent5>
        <a:accent6>
          <a:srgbClr val="738F98"/>
        </a:accent6>
        <a:hlink>
          <a:srgbClr val="FFCC66"/>
        </a:hlink>
        <a:folHlink>
          <a:srgbClr val="E9DCB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Blank Presentation 11">
        <a:dk1>
          <a:srgbClr val="3E3E5C"/>
        </a:dk1>
        <a:lt1>
          <a:srgbClr val="FFFFFF"/>
        </a:lt1>
        <a:dk2>
          <a:srgbClr val="666699"/>
        </a:dk2>
        <a:lt2>
          <a:srgbClr val="FFFFFF"/>
        </a:lt2>
        <a:accent1>
          <a:srgbClr val="60597B"/>
        </a:accent1>
        <a:accent2>
          <a:srgbClr val="6666FF"/>
        </a:accent2>
        <a:accent3>
          <a:srgbClr val="B8B8CA"/>
        </a:accent3>
        <a:accent4>
          <a:srgbClr val="DADADA"/>
        </a:accent4>
        <a:accent5>
          <a:srgbClr val="B6B5BF"/>
        </a:accent5>
        <a:accent6>
          <a:srgbClr val="5C5CE7"/>
        </a:accent6>
        <a:hlink>
          <a:srgbClr val="99CCFF"/>
        </a:hlink>
        <a:folHlink>
          <a:srgbClr val="FFFF9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Blank Presentation 12">
        <a:dk1>
          <a:srgbClr val="2D2015"/>
        </a:dk1>
        <a:lt1>
          <a:srgbClr val="FFFFFF"/>
        </a:lt1>
        <a:dk2>
          <a:srgbClr val="523E26"/>
        </a:dk2>
        <a:lt2>
          <a:srgbClr val="DFC08D"/>
        </a:lt2>
        <a:accent1>
          <a:srgbClr val="8C7B70"/>
        </a:accent1>
        <a:accent2>
          <a:srgbClr val="8F5F2F"/>
        </a:accent2>
        <a:accent3>
          <a:srgbClr val="B3AFAC"/>
        </a:accent3>
        <a:accent4>
          <a:srgbClr val="DADADA"/>
        </a:accent4>
        <a:accent5>
          <a:srgbClr val="C5BFBB"/>
        </a:accent5>
        <a:accent6>
          <a:srgbClr val="81552A"/>
        </a:accent6>
        <a:hlink>
          <a:srgbClr val="CCB400"/>
        </a:hlink>
        <a:folHlink>
          <a:srgbClr val="8C9EA0"/>
        </a:folHlink>
      </a:clrScheme>
      <a:clrMap bg1="dk2" tx1="lt1" bg2="dk1" tx2="lt2" accent1="accent1" accent2="accent2" accent3="accent3" accent4="accent4" accent5="accent5" accent6="accent6" hlink="hlink" folHlink="folHlink"/>
    </a:extraClrScheme>
  </a:extraClrSchemeLst>
</a:theme>
</file>

<file path=ppt/theme/theme3.xml><?xml version="1.0" encoding="utf-8"?>
<a:theme xmlns:a="http://schemas.openxmlformats.org/drawingml/2006/main" name="Office Theme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BBE0E3"/>
      </a:accent1>
      <a:accent2>
        <a:srgbClr val="333399"/>
      </a:accent2>
      <a:accent3>
        <a:srgbClr val="FFFFFF"/>
      </a:accent3>
      <a:accent4>
        <a:srgbClr val="000000"/>
      </a:accent4>
      <a:accent5>
        <a:srgbClr val="DAEDEF"/>
      </a:accent5>
      <a:accent6>
        <a:srgbClr val="2D2D8A"/>
      </a:accent6>
      <a:hlink>
        <a:srgbClr val="009999"/>
      </a:hlink>
      <a:folHlink>
        <a:srgbClr val="99CC0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4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>pictures.thmx</Template>
  <TotalTime>47872</TotalTime>
  <Words>1802</Words>
  <Application>Microsoft Macintosh PowerPoint</Application>
  <PresentationFormat>On-screen Show (4:3)</PresentationFormat>
  <Paragraphs>523</Paragraphs>
  <Slides>58</Slides>
  <Notes>20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2</vt:i4>
      </vt:variant>
      <vt:variant>
        <vt:lpstr>Slide Titles</vt:lpstr>
      </vt:variant>
      <vt:variant>
        <vt:i4>58</vt:i4>
      </vt:variant>
    </vt:vector>
  </HeadingPairs>
  <TitlesOfParts>
    <vt:vector size="65" baseType="lpstr">
      <vt:lpstr>Arial</vt:lpstr>
      <vt:lpstr>Arial Narrow</vt:lpstr>
      <vt:lpstr>Cambria Math</vt:lpstr>
      <vt:lpstr>Courier</vt:lpstr>
      <vt:lpstr>FreeSans</vt:lpstr>
      <vt:lpstr>pictures</vt:lpstr>
      <vt:lpstr>Blank Presentation</vt:lpstr>
      <vt:lpstr>Neural Networks.  Backprop.  Modular Design</vt:lpstr>
      <vt:lpstr>Plan for Today</vt:lpstr>
      <vt:lpstr>Supervised Learning</vt:lpstr>
      <vt:lpstr>Basic Steps of Supervised Learning</vt:lpstr>
      <vt:lpstr>Error Decomposition</vt:lpstr>
      <vt:lpstr>Error Decomposition</vt:lpstr>
      <vt:lpstr>Error Decomposition</vt:lpstr>
      <vt:lpstr>Biological Neuron</vt:lpstr>
      <vt:lpstr>The Neuron Metaphor</vt:lpstr>
      <vt:lpstr>Types of Neurons</vt:lpstr>
      <vt:lpstr>Activation Functions</vt:lpstr>
      <vt:lpstr>Rectified Linear Units (ReLU)</vt:lpstr>
      <vt:lpstr>Limitation</vt:lpstr>
      <vt:lpstr>Multilayer Networks</vt:lpstr>
      <vt:lpstr>PowerPoint Presentation</vt:lpstr>
      <vt:lpstr>PowerPoint Presentation</vt:lpstr>
      <vt:lpstr>Limitation</vt:lpstr>
      <vt:lpstr>Universal Function Approximators</vt:lpstr>
      <vt:lpstr>PowerPoint Presentation</vt:lpstr>
      <vt:lpstr>PowerPoint Presentation</vt:lpstr>
      <vt:lpstr>Visualizing Loss Functions</vt:lpstr>
      <vt:lpstr>Detour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Logistic Regression as a Cascade</vt:lpstr>
      <vt:lpstr>Logistic Regression as a Cascade</vt:lpstr>
      <vt:lpstr>Chain Rule</vt:lpstr>
      <vt:lpstr>Chain Rule</vt:lpstr>
      <vt:lpstr>Chain Rule: All local</vt:lpstr>
      <vt:lpstr>Logistic Regression as a Cascade</vt:lpstr>
      <vt:lpstr>Logistic Regression as a Cascade</vt:lpstr>
      <vt:lpstr>Logistic Regression as a Cascade</vt:lpstr>
      <vt:lpstr>Key Computation: Forward-Prop</vt:lpstr>
      <vt:lpstr>Key Computation: Back-Prop</vt:lpstr>
      <vt:lpstr>Neural Network Training</vt:lpstr>
      <vt:lpstr>Neural Network Training</vt:lpstr>
      <vt:lpstr>Neural Network Training</vt:lpstr>
      <vt:lpstr>Neural Network Training</vt:lpstr>
      <vt:lpstr>Neural Network Training</vt:lpstr>
      <vt:lpstr>Neural Network Training</vt:lpstr>
      <vt:lpstr>Neural Network Training</vt:lpstr>
      <vt:lpstr>Neural Network Training</vt:lpstr>
      <vt:lpstr>PowerPoint Presentation</vt:lpstr>
      <vt:lpstr>Equivalent Representations</vt:lpstr>
      <vt:lpstr>PowerPoint Presentation</vt:lpstr>
    </vt:vector>
  </TitlesOfParts>
  <Manager/>
  <Company>Virginia Tech</Company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ECE 5984: Introduction to Machine Learning</dc:title>
  <dc:subject>Machine Learning</dc:subject>
  <dc:creator>Dhruv Batra</dc:creator>
  <cp:keywords/>
  <dc:description/>
  <cp:lastModifiedBy>Radu Ionescu</cp:lastModifiedBy>
  <cp:revision>2603</cp:revision>
  <cp:lastPrinted>2015-04-01T17:45:43Z</cp:lastPrinted>
  <dcterms:created xsi:type="dcterms:W3CDTF">2013-03-06T19:31:42Z</dcterms:created>
  <dcterms:modified xsi:type="dcterms:W3CDTF">2020-10-15T15:54:11Z</dcterms:modified>
  <cp:category/>
</cp:coreProperties>
</file>